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e3eada78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e3eada78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fe3eada78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fe3eada78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e3eada78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e3eada78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Инструментальные средства разработки ПО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зовут преподавателя - лекции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Койнов Руслан Васильевич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нас ждет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3999900" cy="23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Лекции</a:t>
            </a:r>
            <a:endParaRPr sz="18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ru"/>
              <a:t>Git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/>
              <a:t>Методологии разработки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/>
              <a:t>Система управления знаниями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/>
              <a:t>Тестирование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/>
              <a:t>CI/CD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/>
              <a:t>Лицензии на ПО</a:t>
            </a:r>
            <a:endParaRPr/>
          </a:p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832400" y="1152475"/>
            <a:ext cx="3999900" cy="23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Практика</a:t>
            </a:r>
            <a:endParaRPr sz="18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ru"/>
              <a:t>Git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/>
              <a:t>Документирование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/>
              <a:t>Работа с плагинами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/>
              <a:t>Тестирование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/>
              <a:t>CI/CD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3669075"/>
            <a:ext cx="71508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2 рубежные контрольные aka зачет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Вопросы?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