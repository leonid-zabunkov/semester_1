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5e1cec6a9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5e1cec6a9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</a:rPr>
              <a:t>Знание</a:t>
            </a:r>
            <a:r>
              <a:rPr lang="ru" sz="1200">
                <a:solidFill>
                  <a:schemeClr val="dk1"/>
                </a:solidFill>
              </a:rPr>
              <a:t> (в контексте организации) – это информация, технологии и компетенции, устойчиво используемые компаниями для осуществления текущей деятельности и долгосрочного развития.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</a:rPr>
              <a:t>Данные</a:t>
            </a:r>
            <a:r>
              <a:rPr lang="ru" sz="1200">
                <a:solidFill>
                  <a:schemeClr val="dk1"/>
                </a:solidFill>
              </a:rPr>
              <a:t> – это базовый, единичный элемент информации в организации.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Организация занимается постоянным сбором и обобщением данных, как правило, собранные данные имеют отношения к функциональным процессам, отражая факт совершения какой-либо операции.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200">
                <a:solidFill>
                  <a:schemeClr val="dk1"/>
                </a:solidFill>
              </a:rPr>
              <a:t>Информация</a:t>
            </a:r>
            <a:r>
              <a:rPr lang="ru" sz="1200">
                <a:solidFill>
                  <a:schemeClr val="dk1"/>
                </a:solidFill>
              </a:rPr>
              <a:t>, которая определяется как данные, помещенные в контекст.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Каждый элемент данных сам по себе безличен, как говорилось, является отражением какой-либо совершенной транзакции, информации он не несет, и только обобщая данные, помещая их в смысловой контекст, можно получить информацию. Информация может быть результатом аналитической обработки исходных данных.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</a:rPr>
              <a:t>Последний уровень в этой иерархии занимает непосредственно знание, как определяют его Давенпорт и Прусак (</a:t>
            </a:r>
            <a:r>
              <a:rPr i="1" lang="ru" sz="1200">
                <a:solidFill>
                  <a:schemeClr val="dk1"/>
                </a:solidFill>
              </a:rPr>
              <a:t>Davenport</a:t>
            </a:r>
            <a:r>
              <a:rPr lang="ru" sz="1200">
                <a:solidFill>
                  <a:schemeClr val="dk1"/>
                </a:solidFill>
              </a:rPr>
              <a:t> and </a:t>
            </a:r>
            <a:r>
              <a:rPr i="1" lang="ru" sz="1200">
                <a:solidFill>
                  <a:schemeClr val="dk1"/>
                </a:solidFill>
              </a:rPr>
              <a:t>Prusak</a:t>
            </a:r>
            <a:r>
              <a:rPr lang="ru" sz="1200">
                <a:solidFill>
                  <a:schemeClr val="dk1"/>
                </a:solidFill>
              </a:rPr>
              <a:t>, 1998) «</a:t>
            </a:r>
            <a:r>
              <a:rPr b="1" lang="ru" sz="1200">
                <a:solidFill>
                  <a:schemeClr val="dk1"/>
                </a:solidFill>
              </a:rPr>
              <a:t>Знание</a:t>
            </a:r>
            <a:r>
              <a:rPr lang="ru" sz="1200">
                <a:solidFill>
                  <a:schemeClr val="dk1"/>
                </a:solidFill>
              </a:rPr>
              <a:t> – это смесь формализованного анализа, данных, контекстной информации и экспертного видения, вместе составляющих конструкцию, при помощи которой, на основе обобщения и анализа приобретается новый опыт и информация. Она появляется и исходит от людей, «обладающими знаниями» (</a:t>
            </a:r>
            <a:r>
              <a:rPr i="1" lang="ru" sz="1200">
                <a:solidFill>
                  <a:schemeClr val="dk1"/>
                </a:solidFill>
              </a:rPr>
              <a:t>knower</a:t>
            </a:r>
            <a:r>
              <a:rPr lang="ru" sz="1200">
                <a:solidFill>
                  <a:schemeClr val="dk1"/>
                </a:solidFill>
              </a:rPr>
              <a:t>). Внутри организации знания часто находится не только в документах и хранилищах, а также в структурах, процессах, опыте и нормах».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5e1cec6a9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5e1cec6a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5e1cec6a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5e1cec6a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8d57ef4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8d57ef4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8d57ef4f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8d57ef4f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5e1cec6a9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5e1cec6a9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5e1cec6a9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5e1cec6a9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5e1cec6a9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5e1cec6a9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e1cec6a9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5e1cec6a9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63ae7f4d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63ae7f4d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63ae7f4d7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63ae7f4d7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66b329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866b329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5e1cec6a9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5e1cec6a9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5e1cec6a9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5e1cec6a9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Системы управления знаниями и трекинга задач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7" y="0"/>
            <a:ext cx="89911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3683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ru"/>
              <a:t>Система управления знаниями (СУЗ)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368300" rtl="0" algn="l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>
                <a:solidFill>
                  <a:schemeClr val="dk1"/>
                </a:solidFill>
              </a:rPr>
              <a:t>это совокупность технологических и организационных инструментов, методов и решений, обеспечивающих процесс генерации, поиска, отбора, систематизации и распространения знаний в организации.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Задачи системы управления знаниями</a:t>
            </a:r>
            <a:endParaRPr b="1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Организация и обеспечение процесса генерации новых знаний внутри организации.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Поиск новых знаний, а также мониторинг эволюции существующих знаний.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Идентификация, систематизация и хранение текущих знаний организации.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Целенаправленное распространение знаний внутри организации.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Создание инфраструктуры, обеспечивающую работу системы (генерация, хранение и распространение).</a:t>
            </a:r>
            <a:endParaRPr sz="2400">
              <a:solidFill>
                <a:schemeClr val="dk1"/>
              </a:solidFill>
            </a:endParaRPr>
          </a:p>
          <a:p>
            <a:pPr indent="-36957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ru" sz="2400">
                <a:solidFill>
                  <a:schemeClr val="dk1"/>
                </a:solidFill>
              </a:rPr>
              <a:t>Утилизация знаний.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Модели и циклы управления знаниями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Модель SECI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Socialization - Externalization - Combination - Internalization</a:t>
            </a:r>
            <a:br>
              <a:rPr lang="ru"/>
            </a:br>
            <a:r>
              <a:rPr lang="ru"/>
              <a:t>Инновации рождаются не из явных знаний, а из динамического взаимодействия между неявными и явными знаниями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Цикл “Создание - Хранение - Распространение - Применение - Обновление”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искать знания?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генерировать знания?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хранить знания?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распространять знания?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Инструментарий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Компоненты СУЗ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3">
            <a:alphaModFix/>
          </a:blip>
          <a:srcRect b="0" l="0" r="66514" t="0"/>
          <a:stretch/>
        </p:blipFill>
        <p:spPr>
          <a:xfrm>
            <a:off x="6430817" y="1152463"/>
            <a:ext cx="15533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750" y="1318184"/>
            <a:ext cx="1673050" cy="155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8425" y="1438225"/>
            <a:ext cx="2095500" cy="131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04575" y="3038413"/>
            <a:ext cx="129540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Языки разметки текста</a:t>
            </a:r>
            <a:endParaRPr/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ru"/>
              <a:t>Стандартные языки разметки и их синтаксис: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HTML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XML/XHTML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Markdown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romanLcPeriod"/>
            </a:pPr>
            <a:r>
              <a:rPr lang="ru"/>
              <a:t>PlantUML и Mermaid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AsciiDoc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MediaWiki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ru"/>
              <a:t>LaTeX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Системы трекинга задач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25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