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Roboto"/>
      <p:regular r:id="rId45"/>
      <p:bold r:id="rId46"/>
      <p:italic r:id="rId47"/>
      <p:boldItalic r:id="rId48"/>
    </p:embeddedFont>
    <p:embeddedFont>
      <p:font typeface="Merriweather"/>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3" roundtripDataSignature="AMtx7mhHSD0LBQRFM8IgpmFKvnQ6dxfc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15D37B-7820-47B6-A8DD-293B4A3A9D86}">
  <a:tblStyle styleId="{2015D37B-7820-47B6-A8DD-293B4A3A9D86}"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Arial"/>
          <a:ea typeface="Arial"/>
          <a:cs typeface="Arial"/>
        </a:font>
        <a:schemeClr val="lt1"/>
      </a:tcTxStyle>
      <a:tcStyle>
        <a:fill>
          <a:solidFill>
            <a:schemeClr val="dk1"/>
          </a:solidFill>
        </a:fill>
      </a:tcStyle>
    </a:lastCol>
    <a:firstCol>
      <a:tcTxStyle b="on" i="off">
        <a:font>
          <a:latin typeface="Arial"/>
          <a:ea typeface="Arial"/>
          <a:cs typeface="Arial"/>
        </a:font>
        <a:schemeClr val="lt1"/>
      </a:tcTxStyle>
      <a:tcStyle>
        <a:fill>
          <a:solidFill>
            <a:schemeClr val="dk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 styleId="{2BF22CF7-E94B-4916-8808-7E65A5FAE9AC}" styleName="Table_1">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08ED442-FACC-44E1-A4B2-C3EDB432DE4F}"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1E7"/>
          </a:solidFill>
        </a:fill>
      </a:tcStyle>
    </a:wholeTbl>
    <a:band1H>
      <a:tcTxStyle/>
      <a:tcStyle>
        <a:fill>
          <a:solidFill>
            <a:srgbClr val="CAE2CB"/>
          </a:solidFill>
        </a:fill>
      </a:tcStyle>
    </a:band1H>
    <a:band2H>
      <a:tcTxStyle/>
    </a:band2H>
    <a:band1V>
      <a:tcTxStyle/>
      <a:tcStyle>
        <a:fill>
          <a:solidFill>
            <a:srgbClr val="CAE2C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italic.fntdata"/><Relationship Id="rId50" Type="http://schemas.openxmlformats.org/officeDocument/2006/relationships/font" Target="fonts/Merriweather-bold.fntdata"/><Relationship Id="rId53" Type="http://customschemas.google.com/relationships/presentationmetadata" Target="metadata"/><Relationship Id="rId52"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89" name="Google Shape;8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19c97ccae90_0_6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19c97ccae90_0_6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19c97ccae90_0_6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19c97ccae90_0_6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19c97ccae90_0_6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19c97ccae90_0_6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19c97ccae90_0_6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19c97ccae90_0_6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19c97ccae90_0_64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19c97ccae90_0_64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19c97ccae90_0_64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19c97ccae90_0_6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19c97ccae90_0_6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19c97ccae90_0_6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19c97ccae90_0_65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19c97ccae90_0_65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19c97ccae90_0_6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19c97ccae90_0_66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19c97ccae90_0_6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19c97ccae90_0_6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19c97ccae90_0_66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19c97ccae90_0_66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19c97ccae90_0_66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19c97ccae90_0_6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19c97ccae90_0_67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19c97ccae90_0_6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19c97ccae90_0_67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19c97ccae90_0_67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19c97ccae90_0_6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19c97ccae90_0_6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light">
  <p:cSld name="Cover_light">
    <p:spTree>
      <p:nvGrpSpPr>
        <p:cNvPr id="54" name="Shape 54"/>
        <p:cNvGrpSpPr/>
        <p:nvPr/>
      </p:nvGrpSpPr>
      <p:grpSpPr>
        <a:xfrm>
          <a:off x="0" y="0"/>
          <a:ext cx="0" cy="0"/>
          <a:chOff x="0" y="0"/>
          <a:chExt cx="0" cy="0"/>
        </a:xfrm>
      </p:grpSpPr>
      <p:sp>
        <p:nvSpPr>
          <p:cNvPr id="55" name="Google Shape;55;g19c97ccae90_0_679"/>
          <p:cNvSpPr txBox="1"/>
          <p:nvPr>
            <p:ph type="title"/>
          </p:nvPr>
        </p:nvSpPr>
        <p:spPr>
          <a:xfrm>
            <a:off x="713185" y="407906"/>
            <a:ext cx="7717500" cy="1713300"/>
          </a:xfrm>
          <a:prstGeom prst="rect">
            <a:avLst/>
          </a:prstGeom>
          <a:noFill/>
          <a:ln>
            <a:noFill/>
          </a:ln>
        </p:spPr>
        <p:txBody>
          <a:bodyPr anchorCtr="0" anchor="b" bIns="0" lIns="0" spcFirstLastPara="1" rIns="0" wrap="square" tIns="0">
            <a:noAutofit/>
          </a:bodyPr>
          <a:lstStyle>
            <a:lvl1pPr lvl="0" rtl="0" algn="l">
              <a:lnSpc>
                <a:spcPct val="100000"/>
              </a:lnSpc>
              <a:spcBef>
                <a:spcPts val="0"/>
              </a:spcBef>
              <a:spcAft>
                <a:spcPts val="0"/>
              </a:spcAft>
              <a:buClr>
                <a:srgbClr val="19383A"/>
              </a:buClr>
              <a:buSzPts val="4000"/>
              <a:buFont typeface="Arial"/>
              <a:buNone/>
              <a:defRPr sz="4000">
                <a:solidFill>
                  <a:srgbClr val="19383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g19c97ccae90_0_679"/>
          <p:cNvSpPr txBox="1"/>
          <p:nvPr>
            <p:ph idx="1" type="body"/>
          </p:nvPr>
        </p:nvSpPr>
        <p:spPr>
          <a:xfrm>
            <a:off x="713185" y="2361051"/>
            <a:ext cx="7791600" cy="639300"/>
          </a:xfrm>
          <a:prstGeom prst="rect">
            <a:avLst/>
          </a:prstGeom>
          <a:noFill/>
          <a:ln>
            <a:noFill/>
          </a:ln>
        </p:spPr>
        <p:txBody>
          <a:bodyPr anchorCtr="0" anchor="t" bIns="0" lIns="0" spcFirstLastPara="1" rIns="0" wrap="square" tIns="0">
            <a:normAutofit/>
          </a:bodyPr>
          <a:lstStyle>
            <a:lvl1pPr indent="-228600" lvl="0" marL="457200" rtl="0" algn="l">
              <a:lnSpc>
                <a:spcPct val="123000"/>
              </a:lnSpc>
              <a:spcBef>
                <a:spcPts val="600"/>
              </a:spcBef>
              <a:spcAft>
                <a:spcPts val="0"/>
              </a:spcAft>
              <a:buSzPts val="1600"/>
              <a:buNone/>
              <a:defRPr sz="1600">
                <a:solidFill>
                  <a:srgbClr val="00AD21"/>
                </a:solidFill>
              </a:defRPr>
            </a:lvl1pPr>
            <a:lvl2pPr indent="-228600" lvl="1" marL="914400" rtl="0" algn="l">
              <a:lnSpc>
                <a:spcPct val="123000"/>
              </a:lnSpc>
              <a:spcBef>
                <a:spcPts val="1200"/>
              </a:spcBef>
              <a:spcAft>
                <a:spcPts val="0"/>
              </a:spcAft>
              <a:buSzPts val="1500"/>
              <a:buNone/>
              <a:defRPr sz="1500">
                <a:solidFill>
                  <a:srgbClr val="888888"/>
                </a:solidFill>
              </a:defRPr>
            </a:lvl2pPr>
            <a:lvl3pPr indent="-228600" lvl="2" marL="1371600" rtl="0" algn="l">
              <a:lnSpc>
                <a:spcPct val="123000"/>
              </a:lnSpc>
              <a:spcBef>
                <a:spcPts val="1200"/>
              </a:spcBef>
              <a:spcAft>
                <a:spcPts val="0"/>
              </a:spcAft>
              <a:buSzPts val="1350"/>
              <a:buNone/>
              <a:defRPr sz="1350">
                <a:solidFill>
                  <a:srgbClr val="888888"/>
                </a:solidFill>
              </a:defRPr>
            </a:lvl3pPr>
            <a:lvl4pPr indent="-228600" lvl="3" marL="1828800" rtl="0" algn="l">
              <a:lnSpc>
                <a:spcPct val="123000"/>
              </a:lnSpc>
              <a:spcBef>
                <a:spcPts val="1200"/>
              </a:spcBef>
              <a:spcAft>
                <a:spcPts val="0"/>
              </a:spcAft>
              <a:buSzPts val="1200"/>
              <a:buNone/>
              <a:defRPr sz="1200">
                <a:solidFill>
                  <a:srgbClr val="888888"/>
                </a:solidFill>
              </a:defRPr>
            </a:lvl4pPr>
            <a:lvl5pPr indent="-228600" lvl="4" marL="2286000" rtl="0" algn="l">
              <a:lnSpc>
                <a:spcPct val="123000"/>
              </a:lnSpc>
              <a:spcBef>
                <a:spcPts val="1200"/>
              </a:spcBef>
              <a:spcAft>
                <a:spcPts val="0"/>
              </a:spcAft>
              <a:buSzPts val="1200"/>
              <a:buNone/>
              <a:defRPr sz="1200">
                <a:solidFill>
                  <a:srgbClr val="888888"/>
                </a:solidFill>
              </a:defRPr>
            </a:lvl5pPr>
            <a:lvl6pPr indent="-228600" lvl="5" marL="2743200" rtl="0" algn="l">
              <a:spcBef>
                <a:spcPts val="1200"/>
              </a:spcBef>
              <a:spcAft>
                <a:spcPts val="0"/>
              </a:spcAft>
              <a:buClr>
                <a:srgbClr val="888888"/>
              </a:buClr>
              <a:buSzPts val="1200"/>
              <a:buNone/>
              <a:defRPr sz="1200">
                <a:solidFill>
                  <a:srgbClr val="888888"/>
                </a:solidFill>
              </a:defRPr>
            </a:lvl6pPr>
            <a:lvl7pPr indent="-228600" lvl="6" marL="3200400" rtl="0" algn="l">
              <a:spcBef>
                <a:spcPts val="1200"/>
              </a:spcBef>
              <a:spcAft>
                <a:spcPts val="0"/>
              </a:spcAft>
              <a:buClr>
                <a:srgbClr val="888888"/>
              </a:buClr>
              <a:buSzPts val="1200"/>
              <a:buNone/>
              <a:defRPr sz="1200">
                <a:solidFill>
                  <a:srgbClr val="888888"/>
                </a:solidFill>
              </a:defRPr>
            </a:lvl7pPr>
            <a:lvl8pPr indent="-228600" lvl="7" marL="3657600" rtl="0" algn="l">
              <a:spcBef>
                <a:spcPts val="1200"/>
              </a:spcBef>
              <a:spcAft>
                <a:spcPts val="0"/>
              </a:spcAft>
              <a:buClr>
                <a:srgbClr val="888888"/>
              </a:buClr>
              <a:buSzPts val="1200"/>
              <a:buNone/>
              <a:defRPr sz="1200">
                <a:solidFill>
                  <a:srgbClr val="888888"/>
                </a:solidFill>
              </a:defRPr>
            </a:lvl8pPr>
            <a:lvl9pPr indent="-228600" lvl="8" marL="4114800" rtl="0" algn="l">
              <a:spcBef>
                <a:spcPts val="1200"/>
              </a:spcBef>
              <a:spcAft>
                <a:spcPts val="1200"/>
              </a:spcAft>
              <a:buClr>
                <a:srgbClr val="888888"/>
              </a:buClr>
              <a:buSzPts val="1200"/>
              <a:buNone/>
              <a:defRPr sz="1200">
                <a:solidFill>
                  <a:srgbClr val="888888"/>
                </a:solidFill>
              </a:defRPr>
            </a:lvl9pPr>
          </a:lstStyle>
          <a:p/>
        </p:txBody>
      </p:sp>
      <p:sp>
        <p:nvSpPr>
          <p:cNvPr id="57" name="Google Shape;57;g19c97ccae90_0_679"/>
          <p:cNvSpPr txBox="1"/>
          <p:nvPr>
            <p:ph idx="10" type="dt"/>
          </p:nvPr>
        </p:nvSpPr>
        <p:spPr>
          <a:xfrm>
            <a:off x="715228" y="4467425"/>
            <a:ext cx="2128500" cy="2739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900" u="none" cap="none" strike="noStrike">
                <a:solidFill>
                  <a:srgbClr val="19383A"/>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8" name="Google Shape;58;g19c97ccae90_0_679"/>
          <p:cNvSpPr txBox="1"/>
          <p:nvPr>
            <p:ph idx="2" type="body"/>
          </p:nvPr>
        </p:nvSpPr>
        <p:spPr>
          <a:xfrm>
            <a:off x="713185" y="3368040"/>
            <a:ext cx="4290900" cy="440400"/>
          </a:xfrm>
          <a:prstGeom prst="rect">
            <a:avLst/>
          </a:prstGeom>
          <a:noFill/>
          <a:ln>
            <a:noFill/>
          </a:ln>
        </p:spPr>
        <p:txBody>
          <a:bodyPr anchorCtr="0" anchor="t" bIns="0" lIns="0" spcFirstLastPara="1" rIns="0" wrap="square" tIns="0">
            <a:normAutofit/>
          </a:bodyPr>
          <a:lstStyle>
            <a:lvl1pPr indent="-228600" lvl="0" marL="457200" rtl="0" algn="l">
              <a:lnSpc>
                <a:spcPct val="123000"/>
              </a:lnSpc>
              <a:spcBef>
                <a:spcPts val="600"/>
              </a:spcBef>
              <a:spcAft>
                <a:spcPts val="0"/>
              </a:spcAft>
              <a:buSzPts val="1600"/>
              <a:buNone/>
              <a:defRPr sz="1600">
                <a:solidFill>
                  <a:srgbClr val="19383A"/>
                </a:solidFill>
              </a:defRPr>
            </a:lvl1pPr>
            <a:lvl2pPr indent="-228600" lvl="1" marL="914400" rtl="0" algn="l">
              <a:lnSpc>
                <a:spcPct val="123000"/>
              </a:lnSpc>
              <a:spcBef>
                <a:spcPts val="1200"/>
              </a:spcBef>
              <a:spcAft>
                <a:spcPts val="0"/>
              </a:spcAft>
              <a:buSzPts val="1500"/>
              <a:buNone/>
              <a:defRPr sz="1500">
                <a:solidFill>
                  <a:srgbClr val="888888"/>
                </a:solidFill>
              </a:defRPr>
            </a:lvl2pPr>
            <a:lvl3pPr indent="-228600" lvl="2" marL="1371600" rtl="0" algn="l">
              <a:lnSpc>
                <a:spcPct val="123000"/>
              </a:lnSpc>
              <a:spcBef>
                <a:spcPts val="1200"/>
              </a:spcBef>
              <a:spcAft>
                <a:spcPts val="0"/>
              </a:spcAft>
              <a:buSzPts val="1350"/>
              <a:buNone/>
              <a:defRPr sz="1350">
                <a:solidFill>
                  <a:srgbClr val="888888"/>
                </a:solidFill>
              </a:defRPr>
            </a:lvl3pPr>
            <a:lvl4pPr indent="-228600" lvl="3" marL="1828800" rtl="0" algn="l">
              <a:lnSpc>
                <a:spcPct val="123000"/>
              </a:lnSpc>
              <a:spcBef>
                <a:spcPts val="1200"/>
              </a:spcBef>
              <a:spcAft>
                <a:spcPts val="0"/>
              </a:spcAft>
              <a:buSzPts val="1200"/>
              <a:buNone/>
              <a:defRPr sz="1200">
                <a:solidFill>
                  <a:srgbClr val="888888"/>
                </a:solidFill>
              </a:defRPr>
            </a:lvl4pPr>
            <a:lvl5pPr indent="-228600" lvl="4" marL="2286000" rtl="0" algn="l">
              <a:lnSpc>
                <a:spcPct val="123000"/>
              </a:lnSpc>
              <a:spcBef>
                <a:spcPts val="1200"/>
              </a:spcBef>
              <a:spcAft>
                <a:spcPts val="0"/>
              </a:spcAft>
              <a:buSzPts val="1200"/>
              <a:buNone/>
              <a:defRPr sz="1200">
                <a:solidFill>
                  <a:srgbClr val="888888"/>
                </a:solidFill>
              </a:defRPr>
            </a:lvl5pPr>
            <a:lvl6pPr indent="-228600" lvl="5" marL="2743200" rtl="0" algn="l">
              <a:spcBef>
                <a:spcPts val="1200"/>
              </a:spcBef>
              <a:spcAft>
                <a:spcPts val="0"/>
              </a:spcAft>
              <a:buClr>
                <a:srgbClr val="888888"/>
              </a:buClr>
              <a:buSzPts val="1200"/>
              <a:buNone/>
              <a:defRPr sz="1200">
                <a:solidFill>
                  <a:srgbClr val="888888"/>
                </a:solidFill>
              </a:defRPr>
            </a:lvl6pPr>
            <a:lvl7pPr indent="-228600" lvl="6" marL="3200400" rtl="0" algn="l">
              <a:spcBef>
                <a:spcPts val="1200"/>
              </a:spcBef>
              <a:spcAft>
                <a:spcPts val="0"/>
              </a:spcAft>
              <a:buClr>
                <a:srgbClr val="888888"/>
              </a:buClr>
              <a:buSzPts val="1200"/>
              <a:buNone/>
              <a:defRPr sz="1200">
                <a:solidFill>
                  <a:srgbClr val="888888"/>
                </a:solidFill>
              </a:defRPr>
            </a:lvl7pPr>
            <a:lvl8pPr indent="-228600" lvl="7" marL="3657600" rtl="0" algn="l">
              <a:spcBef>
                <a:spcPts val="1200"/>
              </a:spcBef>
              <a:spcAft>
                <a:spcPts val="0"/>
              </a:spcAft>
              <a:buClr>
                <a:srgbClr val="888888"/>
              </a:buClr>
              <a:buSzPts val="1200"/>
              <a:buNone/>
              <a:defRPr sz="1200">
                <a:solidFill>
                  <a:srgbClr val="888888"/>
                </a:solidFill>
              </a:defRPr>
            </a:lvl8pPr>
            <a:lvl9pPr indent="-228600" lvl="8" marL="4114800" rtl="0" algn="l">
              <a:spcBef>
                <a:spcPts val="1200"/>
              </a:spcBef>
              <a:spcAft>
                <a:spcPts val="1200"/>
              </a:spcAft>
              <a:buClr>
                <a:srgbClr val="888888"/>
              </a:buClr>
              <a:buSzPts val="1200"/>
              <a:buNone/>
              <a:defRPr sz="1200">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одержание">
  <p:cSld name="Содержание">
    <p:spTree>
      <p:nvGrpSpPr>
        <p:cNvPr id="59" name="Shape 59"/>
        <p:cNvGrpSpPr/>
        <p:nvPr/>
      </p:nvGrpSpPr>
      <p:grpSpPr>
        <a:xfrm>
          <a:off x="0" y="0"/>
          <a:ext cx="0" cy="0"/>
          <a:chOff x="0" y="0"/>
          <a:chExt cx="0" cy="0"/>
        </a:xfrm>
      </p:grpSpPr>
      <p:sp>
        <p:nvSpPr>
          <p:cNvPr id="60" name="Google Shape;60;g19c97ccae90_0_684"/>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lvl1pPr indent="0" lvl="0" marL="0" marR="0" rtl="0" algn="l">
              <a:spcBef>
                <a:spcPts val="0"/>
              </a:spcBef>
              <a:buNone/>
              <a:defRPr b="0" i="0" sz="900" u="none" cap="none" strike="noStrike">
                <a:solidFill>
                  <a:srgbClr val="7F7F7F"/>
                </a:solidFill>
                <a:latin typeface="Arial"/>
                <a:ea typeface="Arial"/>
                <a:cs typeface="Arial"/>
                <a:sym typeface="Arial"/>
              </a:defRPr>
            </a:lvl1pPr>
            <a:lvl2pPr indent="0" lvl="1" marL="0" marR="0" rtl="0" algn="l">
              <a:spcBef>
                <a:spcPts val="0"/>
              </a:spcBef>
              <a:buNone/>
              <a:defRPr b="0" i="0" sz="900" u="none" cap="none" strike="noStrike">
                <a:solidFill>
                  <a:srgbClr val="7F7F7F"/>
                </a:solidFill>
                <a:latin typeface="Arial"/>
                <a:ea typeface="Arial"/>
                <a:cs typeface="Arial"/>
                <a:sym typeface="Arial"/>
              </a:defRPr>
            </a:lvl2pPr>
            <a:lvl3pPr indent="0" lvl="2" marL="0" marR="0" rtl="0" algn="l">
              <a:spcBef>
                <a:spcPts val="0"/>
              </a:spcBef>
              <a:buNone/>
              <a:defRPr b="0" i="0" sz="900" u="none" cap="none" strike="noStrike">
                <a:solidFill>
                  <a:srgbClr val="7F7F7F"/>
                </a:solidFill>
                <a:latin typeface="Arial"/>
                <a:ea typeface="Arial"/>
                <a:cs typeface="Arial"/>
                <a:sym typeface="Arial"/>
              </a:defRPr>
            </a:lvl3pPr>
            <a:lvl4pPr indent="0" lvl="3" marL="0" marR="0" rtl="0" algn="l">
              <a:spcBef>
                <a:spcPts val="0"/>
              </a:spcBef>
              <a:buNone/>
              <a:defRPr b="0" i="0" sz="900" u="none" cap="none" strike="noStrike">
                <a:solidFill>
                  <a:srgbClr val="7F7F7F"/>
                </a:solidFill>
                <a:latin typeface="Arial"/>
                <a:ea typeface="Arial"/>
                <a:cs typeface="Arial"/>
                <a:sym typeface="Arial"/>
              </a:defRPr>
            </a:lvl4pPr>
            <a:lvl5pPr indent="0" lvl="4" marL="0" marR="0" rtl="0" algn="l">
              <a:spcBef>
                <a:spcPts val="0"/>
              </a:spcBef>
              <a:buNone/>
              <a:defRPr b="0" i="0" sz="900" u="none" cap="none" strike="noStrike">
                <a:solidFill>
                  <a:srgbClr val="7F7F7F"/>
                </a:solidFill>
                <a:latin typeface="Arial"/>
                <a:ea typeface="Arial"/>
                <a:cs typeface="Arial"/>
                <a:sym typeface="Arial"/>
              </a:defRPr>
            </a:lvl5pPr>
            <a:lvl6pPr indent="0" lvl="5" marL="0" marR="0" rtl="0" algn="l">
              <a:spcBef>
                <a:spcPts val="0"/>
              </a:spcBef>
              <a:buNone/>
              <a:defRPr b="0" i="0" sz="900" u="none" cap="none" strike="noStrike">
                <a:solidFill>
                  <a:srgbClr val="7F7F7F"/>
                </a:solidFill>
                <a:latin typeface="Arial"/>
                <a:ea typeface="Arial"/>
                <a:cs typeface="Arial"/>
                <a:sym typeface="Arial"/>
              </a:defRPr>
            </a:lvl6pPr>
            <a:lvl7pPr indent="0" lvl="6" marL="0" marR="0" rtl="0" algn="l">
              <a:spcBef>
                <a:spcPts val="0"/>
              </a:spcBef>
              <a:buNone/>
              <a:defRPr b="0" i="0" sz="900" u="none" cap="none" strike="noStrike">
                <a:solidFill>
                  <a:srgbClr val="7F7F7F"/>
                </a:solidFill>
                <a:latin typeface="Arial"/>
                <a:ea typeface="Arial"/>
                <a:cs typeface="Arial"/>
                <a:sym typeface="Arial"/>
              </a:defRPr>
            </a:lvl7pPr>
            <a:lvl8pPr indent="0" lvl="7" marL="0" marR="0" rtl="0" algn="l">
              <a:spcBef>
                <a:spcPts val="0"/>
              </a:spcBef>
              <a:buNone/>
              <a:defRPr b="0" i="0" sz="900" u="none" cap="none" strike="noStrike">
                <a:solidFill>
                  <a:srgbClr val="7F7F7F"/>
                </a:solidFill>
                <a:latin typeface="Arial"/>
                <a:ea typeface="Arial"/>
                <a:cs typeface="Arial"/>
                <a:sym typeface="Arial"/>
              </a:defRPr>
            </a:lvl8pPr>
            <a:lvl9pPr indent="0" lvl="8" marL="0" marR="0" rtl="0" algn="l">
              <a:spcBef>
                <a:spcPts val="0"/>
              </a:spcBef>
              <a:buNone/>
              <a:defRPr b="0" i="0" sz="900" u="none" cap="none" strike="noStrike">
                <a:solidFill>
                  <a:srgbClr val="7F7F7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de-DE"/>
              <a:t>‹#›</a:t>
            </a:fld>
            <a:endParaRPr/>
          </a:p>
        </p:txBody>
      </p:sp>
      <p:pic>
        <p:nvPicPr>
          <p:cNvPr id="61" name="Google Shape;61;g19c97ccae90_0_684"/>
          <p:cNvPicPr preferRelativeResize="0"/>
          <p:nvPr/>
        </p:nvPicPr>
        <p:blipFill rotWithShape="1">
          <a:blip r:embed="rId2">
            <a:alphaModFix/>
          </a:blip>
          <a:srcRect b="0" l="0" r="0" t="0"/>
          <a:stretch/>
        </p:blipFill>
        <p:spPr>
          <a:xfrm>
            <a:off x="8172005" y="4706445"/>
            <a:ext cx="682674" cy="229378"/>
          </a:xfrm>
          <a:prstGeom prst="rect">
            <a:avLst/>
          </a:prstGeom>
          <a:noFill/>
          <a:ln>
            <a:noFill/>
          </a:ln>
        </p:spPr>
      </p:pic>
      <p:sp>
        <p:nvSpPr>
          <p:cNvPr id="62" name="Google Shape;62;g19c97ccae90_0_684"/>
          <p:cNvSpPr txBox="1"/>
          <p:nvPr>
            <p:ph type="title"/>
          </p:nvPr>
        </p:nvSpPr>
        <p:spPr>
          <a:xfrm>
            <a:off x="282575" y="268285"/>
            <a:ext cx="8569200" cy="648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rgbClr val="19383A"/>
              </a:buClr>
              <a:buSzPts val="2400"/>
              <a:buFont typeface="Arial"/>
              <a:buNone/>
              <a:defRPr b="1" sz="2400">
                <a:solidFill>
                  <a:srgbClr val="19383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
  <p:cSld name="Разделительный слайд">
    <p:spTree>
      <p:nvGrpSpPr>
        <p:cNvPr id="63" name="Shape 63"/>
        <p:cNvGrpSpPr/>
        <p:nvPr/>
      </p:nvGrpSpPr>
      <p:grpSpPr>
        <a:xfrm>
          <a:off x="0" y="0"/>
          <a:ext cx="0" cy="0"/>
          <a:chOff x="0" y="0"/>
          <a:chExt cx="0" cy="0"/>
        </a:xfrm>
      </p:grpSpPr>
      <p:sp>
        <p:nvSpPr>
          <p:cNvPr id="64" name="Google Shape;64;g19c97ccae90_0_688"/>
          <p:cNvSpPr/>
          <p:nvPr/>
        </p:nvSpPr>
        <p:spPr>
          <a:xfrm>
            <a:off x="6138174" y="2150160"/>
            <a:ext cx="2565000" cy="2565000"/>
          </a:xfrm>
          <a:prstGeom prst="triangle">
            <a:avLst>
              <a:gd fmla="val 100000" name="adj"/>
            </a:avLst>
          </a:prstGeom>
          <a:solidFill>
            <a:srgbClr val="E4E9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65" name="Google Shape;65;g19c97ccae90_0_688"/>
          <p:cNvSpPr txBox="1"/>
          <p:nvPr>
            <p:ph type="ctrTitle"/>
          </p:nvPr>
        </p:nvSpPr>
        <p:spPr>
          <a:xfrm>
            <a:off x="430306" y="754768"/>
            <a:ext cx="5999100" cy="1790700"/>
          </a:xfrm>
          <a:prstGeom prst="rect">
            <a:avLst/>
          </a:prstGeom>
          <a:noFill/>
          <a:ln>
            <a:noFill/>
          </a:ln>
        </p:spPr>
        <p:txBody>
          <a:bodyPr anchorCtr="0" anchor="b" bIns="0" lIns="0" spcFirstLastPara="1" rIns="0" wrap="square" tIns="0">
            <a:normAutofit/>
          </a:bodyPr>
          <a:lstStyle>
            <a:lvl1pPr lvl="0" rtl="0" algn="l">
              <a:lnSpc>
                <a:spcPct val="100000"/>
              </a:lnSpc>
              <a:spcBef>
                <a:spcPts val="0"/>
              </a:spcBef>
              <a:spcAft>
                <a:spcPts val="0"/>
              </a:spcAft>
              <a:buClr>
                <a:srgbClr val="19393B"/>
              </a:buClr>
              <a:buSzPts val="4000"/>
              <a:buFont typeface="Arial"/>
              <a:buNone/>
              <a:defRPr sz="4000">
                <a:solidFill>
                  <a:srgbClr val="1939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g19c97ccae90_0_688"/>
          <p:cNvSpPr txBox="1"/>
          <p:nvPr>
            <p:ph idx="1" type="subTitle"/>
          </p:nvPr>
        </p:nvSpPr>
        <p:spPr>
          <a:xfrm>
            <a:off x="428625" y="2823882"/>
            <a:ext cx="6000900" cy="1205100"/>
          </a:xfrm>
          <a:prstGeom prst="rect">
            <a:avLst/>
          </a:prstGeom>
          <a:noFill/>
          <a:ln>
            <a:noFill/>
          </a:ln>
        </p:spPr>
        <p:txBody>
          <a:bodyPr anchorCtr="0" anchor="t" bIns="0" lIns="0" spcFirstLastPara="1" rIns="0" wrap="square" tIns="0">
            <a:normAutofit/>
          </a:bodyPr>
          <a:lstStyle>
            <a:lvl1pPr lvl="0" rtl="0" algn="l">
              <a:lnSpc>
                <a:spcPct val="123000"/>
              </a:lnSpc>
              <a:spcBef>
                <a:spcPts val="600"/>
              </a:spcBef>
              <a:spcAft>
                <a:spcPts val="0"/>
              </a:spcAft>
              <a:buSzPts val="1600"/>
              <a:buNone/>
              <a:defRPr sz="1600">
                <a:solidFill>
                  <a:srgbClr val="00AD21"/>
                </a:solidFill>
              </a:defRPr>
            </a:lvl1pPr>
            <a:lvl2pPr lvl="1" rtl="0" algn="ctr">
              <a:lnSpc>
                <a:spcPct val="123000"/>
              </a:lnSpc>
              <a:spcBef>
                <a:spcPts val="1200"/>
              </a:spcBef>
              <a:spcAft>
                <a:spcPts val="0"/>
              </a:spcAft>
              <a:buSzPts val="1500"/>
              <a:buNone/>
              <a:defRPr sz="1500"/>
            </a:lvl2pPr>
            <a:lvl3pPr lvl="2" rtl="0" algn="ctr">
              <a:lnSpc>
                <a:spcPct val="123000"/>
              </a:lnSpc>
              <a:spcBef>
                <a:spcPts val="1200"/>
              </a:spcBef>
              <a:spcAft>
                <a:spcPts val="0"/>
              </a:spcAft>
              <a:buSzPts val="1350"/>
              <a:buNone/>
              <a:defRPr sz="1350"/>
            </a:lvl3pPr>
            <a:lvl4pPr lvl="3" rtl="0" algn="ctr">
              <a:lnSpc>
                <a:spcPct val="123000"/>
              </a:lnSpc>
              <a:spcBef>
                <a:spcPts val="1200"/>
              </a:spcBef>
              <a:spcAft>
                <a:spcPts val="0"/>
              </a:spcAft>
              <a:buSzPts val="1200"/>
              <a:buNone/>
              <a:defRPr sz="1200"/>
            </a:lvl4pPr>
            <a:lvl5pPr lvl="4" rtl="0" algn="ctr">
              <a:lnSpc>
                <a:spcPct val="123000"/>
              </a:lnSpc>
              <a:spcBef>
                <a:spcPts val="1200"/>
              </a:spcBef>
              <a:spcAft>
                <a:spcPts val="0"/>
              </a:spcAft>
              <a:buSzPts val="1200"/>
              <a:buNone/>
              <a:defRPr sz="1200"/>
            </a:lvl5pPr>
            <a:lvl6pPr lvl="5" rtl="0" algn="ctr">
              <a:spcBef>
                <a:spcPts val="1200"/>
              </a:spcBef>
              <a:spcAft>
                <a:spcPts val="0"/>
              </a:spcAft>
              <a:buClr>
                <a:schemeClr val="dk1"/>
              </a:buClr>
              <a:buSzPts val="1200"/>
              <a:buNone/>
              <a:defRPr sz="1200"/>
            </a:lvl6pPr>
            <a:lvl7pPr lvl="6" rtl="0" algn="ctr">
              <a:spcBef>
                <a:spcPts val="1200"/>
              </a:spcBef>
              <a:spcAft>
                <a:spcPts val="0"/>
              </a:spcAft>
              <a:buClr>
                <a:schemeClr val="dk1"/>
              </a:buClr>
              <a:buSzPts val="1200"/>
              <a:buNone/>
              <a:defRPr sz="1200"/>
            </a:lvl7pPr>
            <a:lvl8pPr lvl="7" rtl="0" algn="ctr">
              <a:spcBef>
                <a:spcPts val="1200"/>
              </a:spcBef>
              <a:spcAft>
                <a:spcPts val="0"/>
              </a:spcAft>
              <a:buClr>
                <a:schemeClr val="dk1"/>
              </a:buClr>
              <a:buSzPts val="1200"/>
              <a:buNone/>
              <a:defRPr sz="1200"/>
            </a:lvl8pPr>
            <a:lvl9pPr lvl="8" rtl="0" algn="ctr">
              <a:spcBef>
                <a:spcPts val="1200"/>
              </a:spcBef>
              <a:spcAft>
                <a:spcPts val="1200"/>
              </a:spcAft>
              <a:buClr>
                <a:schemeClr val="dk1"/>
              </a:buClr>
              <a:buSzPts val="1200"/>
              <a:buNone/>
              <a:defRPr sz="1200"/>
            </a:lvl9pPr>
          </a:lstStyle>
          <a:p/>
        </p:txBody>
      </p:sp>
      <p:sp>
        <p:nvSpPr>
          <p:cNvPr id="67" name="Google Shape;67;g19c97ccae90_0_688"/>
          <p:cNvSpPr txBox="1"/>
          <p:nvPr>
            <p:ph idx="2" type="body"/>
          </p:nvPr>
        </p:nvSpPr>
        <p:spPr>
          <a:xfrm>
            <a:off x="5599809" y="933281"/>
            <a:ext cx="3103500" cy="3975000"/>
          </a:xfrm>
          <a:prstGeom prst="rect">
            <a:avLst/>
          </a:prstGeom>
          <a:noFill/>
          <a:ln>
            <a:noFill/>
          </a:ln>
        </p:spPr>
        <p:txBody>
          <a:bodyPr anchorCtr="0" anchor="t" bIns="0" lIns="0" spcFirstLastPara="1" rIns="0" wrap="square" tIns="0">
            <a:spAutoFit/>
          </a:bodyPr>
          <a:lstStyle>
            <a:lvl1pPr indent="-228600" lvl="0" marL="457200" rtl="0" algn="ctr">
              <a:lnSpc>
                <a:spcPct val="123000"/>
              </a:lnSpc>
              <a:spcBef>
                <a:spcPts val="600"/>
              </a:spcBef>
              <a:spcAft>
                <a:spcPts val="0"/>
              </a:spcAft>
              <a:buSzPts val="21000"/>
              <a:buNone/>
              <a:defRPr b="1" sz="21000">
                <a:solidFill>
                  <a:srgbClr val="00AD21"/>
                </a:solidFill>
              </a:defRPr>
            </a:lvl1pPr>
            <a:lvl2pPr indent="-228600" lvl="1" marL="914400" rtl="0" algn="l">
              <a:lnSpc>
                <a:spcPct val="123000"/>
              </a:lnSpc>
              <a:spcBef>
                <a:spcPts val="1200"/>
              </a:spcBef>
              <a:spcAft>
                <a:spcPts val="0"/>
              </a:spcAft>
              <a:buSzPts val="1500"/>
              <a:buNone/>
              <a:defRPr sz="1500">
                <a:solidFill>
                  <a:srgbClr val="888888"/>
                </a:solidFill>
              </a:defRPr>
            </a:lvl2pPr>
            <a:lvl3pPr indent="-228600" lvl="2" marL="1371600" rtl="0" algn="l">
              <a:lnSpc>
                <a:spcPct val="123000"/>
              </a:lnSpc>
              <a:spcBef>
                <a:spcPts val="1200"/>
              </a:spcBef>
              <a:spcAft>
                <a:spcPts val="0"/>
              </a:spcAft>
              <a:buSzPts val="1350"/>
              <a:buNone/>
              <a:defRPr sz="1350">
                <a:solidFill>
                  <a:srgbClr val="888888"/>
                </a:solidFill>
              </a:defRPr>
            </a:lvl3pPr>
            <a:lvl4pPr indent="-228600" lvl="3" marL="1828800" rtl="0" algn="l">
              <a:lnSpc>
                <a:spcPct val="123000"/>
              </a:lnSpc>
              <a:spcBef>
                <a:spcPts val="1200"/>
              </a:spcBef>
              <a:spcAft>
                <a:spcPts val="0"/>
              </a:spcAft>
              <a:buSzPts val="1200"/>
              <a:buNone/>
              <a:defRPr sz="1200">
                <a:solidFill>
                  <a:srgbClr val="888888"/>
                </a:solidFill>
              </a:defRPr>
            </a:lvl4pPr>
            <a:lvl5pPr indent="-228600" lvl="4" marL="2286000" rtl="0" algn="l">
              <a:lnSpc>
                <a:spcPct val="123000"/>
              </a:lnSpc>
              <a:spcBef>
                <a:spcPts val="1200"/>
              </a:spcBef>
              <a:spcAft>
                <a:spcPts val="0"/>
              </a:spcAft>
              <a:buSzPts val="1200"/>
              <a:buNone/>
              <a:defRPr sz="1200">
                <a:solidFill>
                  <a:srgbClr val="888888"/>
                </a:solidFill>
              </a:defRPr>
            </a:lvl5pPr>
            <a:lvl6pPr indent="-228600" lvl="5" marL="2743200" rtl="0" algn="l">
              <a:spcBef>
                <a:spcPts val="1200"/>
              </a:spcBef>
              <a:spcAft>
                <a:spcPts val="0"/>
              </a:spcAft>
              <a:buClr>
                <a:srgbClr val="888888"/>
              </a:buClr>
              <a:buSzPts val="1200"/>
              <a:buNone/>
              <a:defRPr sz="1200">
                <a:solidFill>
                  <a:srgbClr val="888888"/>
                </a:solidFill>
              </a:defRPr>
            </a:lvl6pPr>
            <a:lvl7pPr indent="-228600" lvl="6" marL="3200400" rtl="0" algn="l">
              <a:spcBef>
                <a:spcPts val="1200"/>
              </a:spcBef>
              <a:spcAft>
                <a:spcPts val="0"/>
              </a:spcAft>
              <a:buClr>
                <a:srgbClr val="888888"/>
              </a:buClr>
              <a:buSzPts val="1200"/>
              <a:buNone/>
              <a:defRPr sz="1200">
                <a:solidFill>
                  <a:srgbClr val="888888"/>
                </a:solidFill>
              </a:defRPr>
            </a:lvl7pPr>
            <a:lvl8pPr indent="-228600" lvl="7" marL="3657600" rtl="0" algn="l">
              <a:spcBef>
                <a:spcPts val="1200"/>
              </a:spcBef>
              <a:spcAft>
                <a:spcPts val="0"/>
              </a:spcAft>
              <a:buClr>
                <a:srgbClr val="888888"/>
              </a:buClr>
              <a:buSzPts val="1200"/>
              <a:buNone/>
              <a:defRPr sz="1200">
                <a:solidFill>
                  <a:srgbClr val="888888"/>
                </a:solidFill>
              </a:defRPr>
            </a:lvl8pPr>
            <a:lvl9pPr indent="-228600" lvl="8" marL="4114800" rtl="0" algn="l">
              <a:spcBef>
                <a:spcPts val="1200"/>
              </a:spcBef>
              <a:spcAft>
                <a:spcPts val="1200"/>
              </a:spcAft>
              <a:buClr>
                <a:srgbClr val="888888"/>
              </a:buClr>
              <a:buSzPts val="1200"/>
              <a:buNone/>
              <a:defRPr sz="1200">
                <a:solidFill>
                  <a:srgbClr val="888888"/>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p:cSld name="Пустой слайд">
    <p:spTree>
      <p:nvGrpSpPr>
        <p:cNvPr id="68" name="Shape 68"/>
        <p:cNvGrpSpPr/>
        <p:nvPr/>
      </p:nvGrpSpPr>
      <p:grpSpPr>
        <a:xfrm>
          <a:off x="0" y="0"/>
          <a:ext cx="0" cy="0"/>
          <a:chOff x="0" y="0"/>
          <a:chExt cx="0" cy="0"/>
        </a:xfrm>
      </p:grpSpPr>
      <p:sp>
        <p:nvSpPr>
          <p:cNvPr id="69" name="Google Shape;69;g19c97ccae90_0_693"/>
          <p:cNvSpPr txBox="1"/>
          <p:nvPr>
            <p:ph type="title"/>
          </p:nvPr>
        </p:nvSpPr>
        <p:spPr>
          <a:xfrm>
            <a:off x="282575" y="268285"/>
            <a:ext cx="8569200" cy="6480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rgbClr val="19383A"/>
              </a:buClr>
              <a:buSzPts val="2400"/>
              <a:buFont typeface="Arial"/>
              <a:buNone/>
              <a:defRPr b="1" sz="2400">
                <a:solidFill>
                  <a:srgbClr val="19383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g19c97ccae90_0_693"/>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lvl1pPr indent="0" lvl="0" marL="0" marR="0" rtl="0" algn="l">
              <a:spcBef>
                <a:spcPts val="0"/>
              </a:spcBef>
              <a:buNone/>
              <a:defRPr b="0" i="0" sz="900" u="none" cap="none" strike="noStrike">
                <a:solidFill>
                  <a:srgbClr val="7F7F7F"/>
                </a:solidFill>
                <a:latin typeface="Arial"/>
                <a:ea typeface="Arial"/>
                <a:cs typeface="Arial"/>
                <a:sym typeface="Arial"/>
              </a:defRPr>
            </a:lvl1pPr>
            <a:lvl2pPr indent="0" lvl="1" marL="0" marR="0" rtl="0" algn="l">
              <a:spcBef>
                <a:spcPts val="0"/>
              </a:spcBef>
              <a:buNone/>
              <a:defRPr b="0" i="0" sz="900" u="none" cap="none" strike="noStrike">
                <a:solidFill>
                  <a:srgbClr val="7F7F7F"/>
                </a:solidFill>
                <a:latin typeface="Arial"/>
                <a:ea typeface="Arial"/>
                <a:cs typeface="Arial"/>
                <a:sym typeface="Arial"/>
              </a:defRPr>
            </a:lvl2pPr>
            <a:lvl3pPr indent="0" lvl="2" marL="0" marR="0" rtl="0" algn="l">
              <a:spcBef>
                <a:spcPts val="0"/>
              </a:spcBef>
              <a:buNone/>
              <a:defRPr b="0" i="0" sz="900" u="none" cap="none" strike="noStrike">
                <a:solidFill>
                  <a:srgbClr val="7F7F7F"/>
                </a:solidFill>
                <a:latin typeface="Arial"/>
                <a:ea typeface="Arial"/>
                <a:cs typeface="Arial"/>
                <a:sym typeface="Arial"/>
              </a:defRPr>
            </a:lvl3pPr>
            <a:lvl4pPr indent="0" lvl="3" marL="0" marR="0" rtl="0" algn="l">
              <a:spcBef>
                <a:spcPts val="0"/>
              </a:spcBef>
              <a:buNone/>
              <a:defRPr b="0" i="0" sz="900" u="none" cap="none" strike="noStrike">
                <a:solidFill>
                  <a:srgbClr val="7F7F7F"/>
                </a:solidFill>
                <a:latin typeface="Arial"/>
                <a:ea typeface="Arial"/>
                <a:cs typeface="Arial"/>
                <a:sym typeface="Arial"/>
              </a:defRPr>
            </a:lvl4pPr>
            <a:lvl5pPr indent="0" lvl="4" marL="0" marR="0" rtl="0" algn="l">
              <a:spcBef>
                <a:spcPts val="0"/>
              </a:spcBef>
              <a:buNone/>
              <a:defRPr b="0" i="0" sz="900" u="none" cap="none" strike="noStrike">
                <a:solidFill>
                  <a:srgbClr val="7F7F7F"/>
                </a:solidFill>
                <a:latin typeface="Arial"/>
                <a:ea typeface="Arial"/>
                <a:cs typeface="Arial"/>
                <a:sym typeface="Arial"/>
              </a:defRPr>
            </a:lvl5pPr>
            <a:lvl6pPr indent="0" lvl="5" marL="0" marR="0" rtl="0" algn="l">
              <a:spcBef>
                <a:spcPts val="0"/>
              </a:spcBef>
              <a:buNone/>
              <a:defRPr b="0" i="0" sz="900" u="none" cap="none" strike="noStrike">
                <a:solidFill>
                  <a:srgbClr val="7F7F7F"/>
                </a:solidFill>
                <a:latin typeface="Arial"/>
                <a:ea typeface="Arial"/>
                <a:cs typeface="Arial"/>
                <a:sym typeface="Arial"/>
              </a:defRPr>
            </a:lvl6pPr>
            <a:lvl7pPr indent="0" lvl="6" marL="0" marR="0" rtl="0" algn="l">
              <a:spcBef>
                <a:spcPts val="0"/>
              </a:spcBef>
              <a:buNone/>
              <a:defRPr b="0" i="0" sz="900" u="none" cap="none" strike="noStrike">
                <a:solidFill>
                  <a:srgbClr val="7F7F7F"/>
                </a:solidFill>
                <a:latin typeface="Arial"/>
                <a:ea typeface="Arial"/>
                <a:cs typeface="Arial"/>
                <a:sym typeface="Arial"/>
              </a:defRPr>
            </a:lvl7pPr>
            <a:lvl8pPr indent="0" lvl="7" marL="0" marR="0" rtl="0" algn="l">
              <a:spcBef>
                <a:spcPts val="0"/>
              </a:spcBef>
              <a:buNone/>
              <a:defRPr b="0" i="0" sz="900" u="none" cap="none" strike="noStrike">
                <a:solidFill>
                  <a:srgbClr val="7F7F7F"/>
                </a:solidFill>
                <a:latin typeface="Arial"/>
                <a:ea typeface="Arial"/>
                <a:cs typeface="Arial"/>
                <a:sym typeface="Arial"/>
              </a:defRPr>
            </a:lvl8pPr>
            <a:lvl9pPr indent="0" lvl="8" marL="0" marR="0" rtl="0" algn="l">
              <a:spcBef>
                <a:spcPts val="0"/>
              </a:spcBef>
              <a:buNone/>
              <a:defRPr b="0" i="0" sz="900" u="none" cap="none" strike="noStrike">
                <a:solidFill>
                  <a:srgbClr val="7F7F7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de-DE"/>
              <a:t>‹#›</a:t>
            </a:fld>
            <a:endParaRPr/>
          </a:p>
        </p:txBody>
      </p:sp>
      <p:pic>
        <p:nvPicPr>
          <p:cNvPr id="71" name="Google Shape;71;g19c97ccae90_0_693"/>
          <p:cNvPicPr preferRelativeResize="0"/>
          <p:nvPr/>
        </p:nvPicPr>
        <p:blipFill rotWithShape="1">
          <a:blip r:embed="rId2">
            <a:alphaModFix/>
          </a:blip>
          <a:srcRect b="0" l="0" r="0" t="0"/>
          <a:stretch/>
        </p:blipFill>
        <p:spPr>
          <a:xfrm>
            <a:off x="8172005" y="4706445"/>
            <a:ext cx="682674" cy="22937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Demo">
    <p:spTree>
      <p:nvGrpSpPr>
        <p:cNvPr id="72" name="Shape 72"/>
        <p:cNvGrpSpPr/>
        <p:nvPr/>
      </p:nvGrpSpPr>
      <p:grpSpPr>
        <a:xfrm>
          <a:off x="0" y="0"/>
          <a:ext cx="0" cy="0"/>
          <a:chOff x="0" y="0"/>
          <a:chExt cx="0" cy="0"/>
        </a:xfrm>
      </p:grpSpPr>
      <p:sp>
        <p:nvSpPr>
          <p:cNvPr id="73" name="Google Shape;73;g19c97ccae90_0_697"/>
          <p:cNvSpPr/>
          <p:nvPr/>
        </p:nvSpPr>
        <p:spPr>
          <a:xfrm rot="5400000">
            <a:off x="395467" y="411510"/>
            <a:ext cx="2088300" cy="2088300"/>
          </a:xfrm>
          <a:prstGeom prst="rtTriangle">
            <a:avLst/>
          </a:prstGeom>
          <a:solidFill>
            <a:srgbClr val="00AD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g19c97ccae90_0_697"/>
          <p:cNvSpPr/>
          <p:nvPr/>
        </p:nvSpPr>
        <p:spPr>
          <a:xfrm rot="-5400000">
            <a:off x="6876256" y="2931927"/>
            <a:ext cx="1808400" cy="1808400"/>
          </a:xfrm>
          <a:prstGeom prst="rtTriangle">
            <a:avLst/>
          </a:prstGeom>
          <a:solidFill>
            <a:srgbClr val="E4E9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Финальный слайд Светлый">
  <p:cSld name="Финальный слайд Светлый">
    <p:spTree>
      <p:nvGrpSpPr>
        <p:cNvPr id="75" name="Shape 75"/>
        <p:cNvGrpSpPr/>
        <p:nvPr/>
      </p:nvGrpSpPr>
      <p:grpSpPr>
        <a:xfrm>
          <a:off x="0" y="0"/>
          <a:ext cx="0" cy="0"/>
          <a:chOff x="0" y="0"/>
          <a:chExt cx="0" cy="0"/>
        </a:xfrm>
      </p:grpSpPr>
      <p:pic>
        <p:nvPicPr>
          <p:cNvPr id="76" name="Google Shape;76;g19c97ccae90_0_700"/>
          <p:cNvPicPr preferRelativeResize="0"/>
          <p:nvPr/>
        </p:nvPicPr>
        <p:blipFill rotWithShape="1">
          <a:blip r:embed="rId2">
            <a:alphaModFix/>
          </a:blip>
          <a:srcRect b="0" l="0" r="0" t="0"/>
          <a:stretch/>
        </p:blipFill>
        <p:spPr>
          <a:xfrm>
            <a:off x="889" y="0"/>
            <a:ext cx="9146285" cy="5145788"/>
          </a:xfrm>
          <a:prstGeom prst="rect">
            <a:avLst/>
          </a:prstGeom>
          <a:noFill/>
          <a:ln>
            <a:noFill/>
          </a:ln>
        </p:spPr>
      </p:pic>
      <p:sp>
        <p:nvSpPr>
          <p:cNvPr id="77" name="Google Shape;77;g19c97ccae90_0_700"/>
          <p:cNvSpPr txBox="1"/>
          <p:nvPr>
            <p:ph type="ctrTitle"/>
          </p:nvPr>
        </p:nvSpPr>
        <p:spPr>
          <a:xfrm>
            <a:off x="755576" y="987574"/>
            <a:ext cx="5997600" cy="863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rgbClr val="19383A"/>
              </a:buClr>
              <a:buSzPts val="4000"/>
              <a:buFont typeface="Arial"/>
              <a:buNone/>
              <a:defRPr b="1" i="0" sz="4000">
                <a:solidFill>
                  <a:srgbClr val="19383A"/>
                </a:solidFill>
                <a:latin typeface="Arial"/>
                <a:ea typeface="Arial"/>
                <a:cs typeface="Arial"/>
                <a:sym typeface="Aria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g19c97ccae90_0_700"/>
          <p:cNvSpPr/>
          <p:nvPr/>
        </p:nvSpPr>
        <p:spPr>
          <a:xfrm>
            <a:off x="712590" y="3186268"/>
            <a:ext cx="5895300" cy="1539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de-DE" sz="600">
                <a:solidFill>
                  <a:srgbClr val="595959"/>
                </a:solidFill>
                <a:latin typeface="Arial"/>
                <a:ea typeface="Arial"/>
                <a:cs typeface="Arial"/>
                <a:sym typeface="Arial"/>
              </a:rPr>
              <a:t>This document contains unpublished, confidential and proprietary information of PETER-SERVICE, JSC that is protected by copyright and other intellectual property laws.</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PETER-SERVICE, JSC software and its related documentation are subject to and made available only pursuant to the terms of a separate license agreement to be entered into with PETER-SERVICE, JSC and may be used or copied only in accordance with the terms of such agreement.</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Any use, copying, reproduction, alterations, transmission or translation of these materials, in whole or in part, in any form or by any means, without the prior written permission of PETER-SERVICE, JSC is strictly prohibited </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If this material is provided with software licensed by PETER-SERVICE, JSC , the information herein is provided subject to the terms of the warranty provided with a software license. If this material is not provided with licensed software, the information herein is provided “as is” without warranty of any kind. In either case, there are no other warranties, either express or implied, including, but not limited to the implied warranties of merchantability, fitness for a particular purpose, non-infringement, or quality. In no event shall PETER-SERVICE, JSC or any of its affiliates be liable for any direct or indirect, special incidental, consequential, punitive or exemplary damages arising out of the use or inability to use the materials and/or information contained herein. Some jurisdictions do not allow the exclusion of implied warranties, so the above exclusion may not apply to you. </a:t>
            </a:r>
            <a:endParaRPr sz="600">
              <a:solidFill>
                <a:srgbClr val="595959"/>
              </a:solidFill>
              <a:latin typeface="Arial"/>
              <a:ea typeface="Arial"/>
              <a:cs typeface="Arial"/>
              <a:sym typeface="Arial"/>
            </a:endParaRPr>
          </a:p>
          <a:p>
            <a:pPr indent="0" lvl="0" marL="0" marR="0" rtl="0" algn="l">
              <a:spcBef>
                <a:spcPts val="300"/>
              </a:spcBef>
              <a:spcAft>
                <a:spcPts val="0"/>
              </a:spcAft>
              <a:buNone/>
            </a:pPr>
            <a:r>
              <a:rPr lang="de-DE" sz="600">
                <a:solidFill>
                  <a:srgbClr val="595959"/>
                </a:solidFill>
                <a:latin typeface="Arial"/>
                <a:ea typeface="Arial"/>
                <a:cs typeface="Arial"/>
                <a:sym typeface="Arial"/>
              </a:rPr>
              <a:t>PETER-SERVICE, JSC takes reasonable measures to ensure the quality of the information produced by PETER-SERVICE, JSC that is made available herein. However, these materials may contain technical inaccuracies or typographical errors, and are not guaranteed to be error-free. Information may be changed or updated without notice. PETER-SERVICE, JSC has no obligation to update the information in this material based on changes to its products or services or those of third parties. PETER-SERVICE, JSC may also make improvements or changes to the products or services described in this material at any time without notice.</a:t>
            </a:r>
            <a:endParaRPr sz="600">
              <a:solidFill>
                <a:srgbClr val="595959"/>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19c97ccae90_0_6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19c97ccae90_0_6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19c97ccae90_0_6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D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hyperlink" Target="https://github.com/pabloli84/todo-test.git" TargetMode="External"/><Relationship Id="rId4" Type="http://schemas.openxmlformats.org/officeDocument/2006/relationships/hyperlink" Target="https://github.com/alexeybelousov/nexy-tasks-manager"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0" Type="http://schemas.openxmlformats.org/officeDocument/2006/relationships/hyperlink" Target="https://tools.ietf.org/html/rfc7231" TargetMode="External"/><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hyperlink" Target="https://quality-lab.ru/layout-testing/" TargetMode="External"/><Relationship Id="rId4" Type="http://schemas.openxmlformats.org/officeDocument/2006/relationships/hyperlink" Target="http://www.protesting.ru/testing/types/security.html" TargetMode="External"/><Relationship Id="rId9" Type="http://schemas.openxmlformats.org/officeDocument/2006/relationships/hyperlink" Target="http://www.ipa.nw.ru/PAGE/aspirantura/literatura/tanenbaum.pdf" TargetMode="External"/><Relationship Id="rId5" Type="http://schemas.openxmlformats.org/officeDocument/2006/relationships/hyperlink" Target="https://www.owasp.org/index.php/OWASP_Testing_Project" TargetMode="External"/><Relationship Id="rId6" Type="http://schemas.openxmlformats.org/officeDocument/2006/relationships/hyperlink" Target="https://www.youtube.com/watch?v=-q_9oPRAxFo" TargetMode="External"/><Relationship Id="rId7" Type="http://schemas.openxmlformats.org/officeDocument/2006/relationships/hyperlink" Target="https://medium.com/tech-tajawal/page-object-model-pom-design-pattern-f9588630800b" TargetMode="External"/><Relationship Id="rId8" Type="http://schemas.openxmlformats.org/officeDocument/2006/relationships/hyperlink" Target="https://tproger.ru/translations/web-architecture-101/"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713185" y="407906"/>
            <a:ext cx="7717632" cy="1713309"/>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19383A"/>
              </a:buClr>
              <a:buSzPts val="4000"/>
              <a:buFont typeface="Arial"/>
              <a:buNone/>
            </a:pPr>
            <a:r>
              <a:rPr lang="de-DE"/>
              <a:t>Тестирование ПО</a:t>
            </a:r>
            <a:endParaRPr/>
          </a:p>
        </p:txBody>
      </p:sp>
      <p:sp>
        <p:nvSpPr>
          <p:cNvPr id="85" name="Google Shape;85;p1"/>
          <p:cNvSpPr txBox="1"/>
          <p:nvPr>
            <p:ph idx="1" type="body"/>
          </p:nvPr>
        </p:nvSpPr>
        <p:spPr>
          <a:xfrm>
            <a:off x="713185" y="2361051"/>
            <a:ext cx="7791450" cy="639323"/>
          </a:xfrm>
          <a:prstGeom prst="rect">
            <a:avLst/>
          </a:prstGeom>
          <a:noFill/>
          <a:ln>
            <a:noFill/>
          </a:ln>
        </p:spPr>
        <p:txBody>
          <a:bodyPr anchorCtr="0" anchor="t" bIns="0" lIns="0" spcFirstLastPara="1" rIns="0" wrap="square" tIns="0">
            <a:normAutofit/>
          </a:bodyPr>
          <a:lstStyle/>
          <a:p>
            <a:pPr indent="0" lvl="0" marL="0" rtl="0" algn="l">
              <a:lnSpc>
                <a:spcPct val="123000"/>
              </a:lnSpc>
              <a:spcBef>
                <a:spcPts val="0"/>
              </a:spcBef>
              <a:spcAft>
                <a:spcPts val="1200"/>
              </a:spcAft>
              <a:buSzPts val="1600"/>
              <a:buNone/>
            </a:pPr>
            <a:r>
              <a:rPr lang="de-DE"/>
              <a:t>Тестирование Web-приложений</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None/>
            </a:pPr>
            <a:fld id="{00000000-1234-1234-1234-123412341234}" type="slidenum">
              <a:rPr lang="de-DE"/>
              <a:t>‹#›</a:t>
            </a:fld>
            <a:endParaRPr/>
          </a:p>
        </p:txBody>
      </p:sp>
      <p:sp>
        <p:nvSpPr>
          <p:cNvPr id="92" name="Google Shape;92;p2"/>
          <p:cNvSpPr txBox="1"/>
          <p:nvPr>
            <p:ph type="title"/>
          </p:nvPr>
        </p:nvSpPr>
        <p:spPr>
          <a:xfrm>
            <a:off x="282575" y="268285"/>
            <a:ext cx="8569200"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lang="de-DE"/>
              <a:t>Agenda</a:t>
            </a:r>
            <a:endParaRPr/>
          </a:p>
        </p:txBody>
      </p:sp>
      <p:graphicFrame>
        <p:nvGraphicFramePr>
          <p:cNvPr id="93" name="Google Shape;93;p2"/>
          <p:cNvGraphicFramePr/>
          <p:nvPr/>
        </p:nvGraphicFramePr>
        <p:xfrm>
          <a:off x="1248723" y="1093310"/>
          <a:ext cx="3000000" cy="3000000"/>
        </p:xfrm>
        <a:graphic>
          <a:graphicData uri="http://schemas.openxmlformats.org/drawingml/2006/table">
            <a:tbl>
              <a:tblPr bandRow="1" firstRow="1">
                <a:noFill/>
                <a:tableStyleId>{2015D37B-7820-47B6-A8DD-293B4A3A9D86}</a:tableStyleId>
              </a:tblPr>
              <a:tblGrid>
                <a:gridCol w="401000"/>
                <a:gridCol w="4459000"/>
              </a:tblGrid>
              <a:tr h="518475">
                <a:tc>
                  <a:txBody>
                    <a:bodyPr/>
                    <a:lstStyle/>
                    <a:p>
                      <a:pPr indent="0" lvl="0" marL="36000" marR="0" rtl="0" algn="r">
                        <a:lnSpc>
                          <a:spcPct val="123000"/>
                        </a:lnSpc>
                        <a:spcBef>
                          <a:spcPts val="0"/>
                        </a:spcBef>
                        <a:spcAft>
                          <a:spcPts val="0"/>
                        </a:spcAft>
                        <a:buNone/>
                      </a:pPr>
                      <a:r>
                        <a:rPr b="0" i="0" lang="de-DE" sz="1400" u="none" cap="none" strike="noStrike">
                          <a:solidFill>
                            <a:srgbClr val="00AD21"/>
                          </a:solidFill>
                          <a:latin typeface="Arial"/>
                          <a:ea typeface="Arial"/>
                          <a:cs typeface="Arial"/>
                          <a:sym typeface="Arial"/>
                        </a:rPr>
                        <a:t>1.</a:t>
                      </a:r>
                      <a:endParaRPr b="0" i="0" sz="1400" u="none" cap="none" strike="noStrike">
                        <a:solidFill>
                          <a:srgbClr val="00AD2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108000" marR="0" rtl="0" algn="l">
                        <a:lnSpc>
                          <a:spcPct val="123000"/>
                        </a:lnSpc>
                        <a:spcBef>
                          <a:spcPts val="0"/>
                        </a:spcBef>
                        <a:spcAft>
                          <a:spcPts val="0"/>
                        </a:spcAft>
                        <a:buClr>
                          <a:schemeClr val="dk1"/>
                        </a:buClr>
                        <a:buSzPts val="1400"/>
                        <a:buFont typeface="Arial"/>
                        <a:buNone/>
                      </a:pPr>
                      <a:r>
                        <a:rPr b="0" i="0" lang="de-DE" sz="1400" u="none" cap="none" strike="noStrike">
                          <a:solidFill>
                            <a:schemeClr val="dk1"/>
                          </a:solidFill>
                          <a:latin typeface="Arial"/>
                          <a:ea typeface="Arial"/>
                          <a:cs typeface="Arial"/>
                          <a:sym typeface="Arial"/>
                        </a:rPr>
                        <a:t>Что такое веб приложение</a:t>
                      </a:r>
                      <a:endParaRPr b="0" i="0" sz="1400" u="none" cap="none" strike="noStrike">
                        <a:solidFill>
                          <a:schemeClr val="dk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518475">
                <a:tc>
                  <a:txBody>
                    <a:bodyPr/>
                    <a:lstStyle/>
                    <a:p>
                      <a:pPr indent="0" lvl="0" marL="36000" marR="0" rtl="0" algn="r">
                        <a:lnSpc>
                          <a:spcPct val="123000"/>
                        </a:lnSpc>
                        <a:spcBef>
                          <a:spcPts val="0"/>
                        </a:spcBef>
                        <a:spcAft>
                          <a:spcPts val="0"/>
                        </a:spcAft>
                        <a:buNone/>
                      </a:pPr>
                      <a:r>
                        <a:rPr b="0" i="0" lang="de-DE" sz="1400" u="none" cap="none" strike="noStrike">
                          <a:solidFill>
                            <a:srgbClr val="00AD21"/>
                          </a:solidFill>
                          <a:latin typeface="Arial"/>
                          <a:ea typeface="Arial"/>
                          <a:cs typeface="Arial"/>
                          <a:sym typeface="Arial"/>
                        </a:rPr>
                        <a:t>2.</a:t>
                      </a:r>
                      <a:endParaRPr b="0" i="0" sz="1400" u="none" cap="none" strike="noStrike">
                        <a:solidFill>
                          <a:srgbClr val="00AD2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108000" marR="0" rtl="0" algn="l">
                        <a:lnSpc>
                          <a:spcPct val="123000"/>
                        </a:lnSpc>
                        <a:spcBef>
                          <a:spcPts val="0"/>
                        </a:spcBef>
                        <a:spcAft>
                          <a:spcPts val="0"/>
                        </a:spcAft>
                        <a:buClr>
                          <a:schemeClr val="dk1"/>
                        </a:buClr>
                        <a:buSzPts val="1400"/>
                        <a:buFont typeface="Arial"/>
                        <a:buNone/>
                      </a:pPr>
                      <a:r>
                        <a:rPr b="0" i="0" lang="de-DE" sz="1400" u="none" cap="none" strike="noStrike">
                          <a:solidFill>
                            <a:schemeClr val="dk1"/>
                          </a:solidFill>
                          <a:latin typeface="Arial"/>
                          <a:ea typeface="Arial"/>
                          <a:cs typeface="Arial"/>
                          <a:sym typeface="Arial"/>
                        </a:rPr>
                        <a:t>Сети. Основы HTTP </a:t>
                      </a:r>
                      <a:endParaRPr b="0" i="0" sz="1400" u="none" cap="none" strike="noStrike">
                        <a:solidFill>
                          <a:schemeClr val="dk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518475">
                <a:tc>
                  <a:txBody>
                    <a:bodyPr/>
                    <a:lstStyle/>
                    <a:p>
                      <a:pPr indent="0" lvl="0" marL="36000" marR="0" rtl="0" algn="r">
                        <a:lnSpc>
                          <a:spcPct val="123000"/>
                        </a:lnSpc>
                        <a:spcBef>
                          <a:spcPts val="0"/>
                        </a:spcBef>
                        <a:spcAft>
                          <a:spcPts val="0"/>
                        </a:spcAft>
                        <a:buNone/>
                      </a:pPr>
                      <a:r>
                        <a:rPr b="0" i="0" lang="de-DE" sz="1400" u="none" cap="none" strike="noStrike">
                          <a:solidFill>
                            <a:srgbClr val="00AD21"/>
                          </a:solidFill>
                          <a:latin typeface="Arial"/>
                          <a:ea typeface="Arial"/>
                          <a:cs typeface="Arial"/>
                          <a:sym typeface="Arial"/>
                        </a:rPr>
                        <a:t>3.</a:t>
                      </a:r>
                      <a:endParaRPr b="0" i="0" sz="1400" u="none" cap="none" strike="noStrike">
                        <a:solidFill>
                          <a:srgbClr val="00AD2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108000" marR="0" rtl="0" algn="l">
                        <a:lnSpc>
                          <a:spcPct val="123000"/>
                        </a:lnSpc>
                        <a:spcBef>
                          <a:spcPts val="0"/>
                        </a:spcBef>
                        <a:spcAft>
                          <a:spcPts val="0"/>
                        </a:spcAft>
                        <a:buClr>
                          <a:schemeClr val="dk1"/>
                        </a:buClr>
                        <a:buSzPts val="1400"/>
                        <a:buFont typeface="Arial"/>
                        <a:buNone/>
                      </a:pPr>
                      <a:r>
                        <a:rPr b="0" i="0" lang="de-DE" sz="1400" u="none" cap="none" strike="noStrike">
                          <a:solidFill>
                            <a:schemeClr val="dk1"/>
                          </a:solidFill>
                          <a:latin typeface="Arial"/>
                          <a:ea typeface="Arial"/>
                          <a:cs typeface="Arial"/>
                          <a:sym typeface="Arial"/>
                        </a:rPr>
                        <a:t>Особенности тестирования Web-приложений</a:t>
                      </a:r>
                      <a:endParaRPr b="0" i="0" sz="1400" u="none" cap="none" strike="noStrike">
                        <a:solidFill>
                          <a:schemeClr val="dk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518475">
                <a:tc>
                  <a:txBody>
                    <a:bodyPr/>
                    <a:lstStyle/>
                    <a:p>
                      <a:pPr indent="0" lvl="0" marL="36000" marR="0" rtl="0" algn="r">
                        <a:lnSpc>
                          <a:spcPct val="123000"/>
                        </a:lnSpc>
                        <a:spcBef>
                          <a:spcPts val="0"/>
                        </a:spcBef>
                        <a:spcAft>
                          <a:spcPts val="0"/>
                        </a:spcAft>
                        <a:buNone/>
                      </a:pPr>
                      <a:r>
                        <a:rPr b="0" i="0" lang="de-DE" sz="1400" u="none" cap="none" strike="noStrike">
                          <a:solidFill>
                            <a:srgbClr val="00AD21"/>
                          </a:solidFill>
                          <a:latin typeface="Arial"/>
                          <a:ea typeface="Arial"/>
                          <a:cs typeface="Arial"/>
                          <a:sym typeface="Arial"/>
                        </a:rPr>
                        <a:t>4.</a:t>
                      </a:r>
                      <a:endParaRPr b="0" i="0" sz="1400" u="none" cap="none" strike="noStrike">
                        <a:solidFill>
                          <a:srgbClr val="00AD2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108000" marR="0" rtl="0" algn="l">
                        <a:lnSpc>
                          <a:spcPct val="123000"/>
                        </a:lnSpc>
                        <a:spcBef>
                          <a:spcPts val="0"/>
                        </a:spcBef>
                        <a:spcAft>
                          <a:spcPts val="0"/>
                        </a:spcAft>
                        <a:buClr>
                          <a:schemeClr val="dk1"/>
                        </a:buClr>
                        <a:buSzPts val="1400"/>
                        <a:buFont typeface="Arial"/>
                        <a:buNone/>
                      </a:pPr>
                      <a:r>
                        <a:rPr b="0" i="0" lang="de-DE" sz="1400" u="none" cap="none" strike="noStrike">
                          <a:solidFill>
                            <a:schemeClr val="dk1"/>
                          </a:solidFill>
                          <a:latin typeface="Arial"/>
                          <a:ea typeface="Arial"/>
                          <a:cs typeface="Arial"/>
                          <a:sym typeface="Arial"/>
                        </a:rPr>
                        <a:t>Практика: Тестирование web-приложения</a:t>
                      </a:r>
                      <a:endParaRPr b="0" i="0" sz="1400" u="none" cap="none" strike="noStrike">
                        <a:solidFill>
                          <a:schemeClr val="dk1"/>
                        </a:solidFill>
                        <a:latin typeface="Arial"/>
                        <a:ea typeface="Arial"/>
                        <a:cs typeface="Arial"/>
                        <a:sym typeface="Arial"/>
                      </a:endParaRPr>
                    </a:p>
                  </a:txBody>
                  <a:tcPr marT="34300" marB="3430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ctrTitle"/>
          </p:nvPr>
        </p:nvSpPr>
        <p:spPr>
          <a:xfrm>
            <a:off x="430306" y="754768"/>
            <a:ext cx="5999069" cy="1790700"/>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dk1"/>
              </a:buClr>
              <a:buSzPct val="100000"/>
              <a:buFont typeface="Arial"/>
              <a:buNone/>
            </a:pPr>
            <a:r>
              <a:rPr b="0" lang="de-DE">
                <a:solidFill>
                  <a:schemeClr val="dk1"/>
                </a:solidFill>
              </a:rPr>
              <a:t>Что такое веб приложение</a:t>
            </a:r>
            <a:br>
              <a:rPr b="0" lang="de-DE">
                <a:solidFill>
                  <a:schemeClr val="dk1"/>
                </a:solidFill>
              </a:rPr>
            </a:br>
            <a:endParaRPr/>
          </a:p>
        </p:txBody>
      </p:sp>
      <p:sp>
        <p:nvSpPr>
          <p:cNvPr id="100" name="Google Shape;100;p3"/>
          <p:cNvSpPr txBox="1"/>
          <p:nvPr>
            <p:ph idx="2" type="body"/>
          </p:nvPr>
        </p:nvSpPr>
        <p:spPr>
          <a:xfrm>
            <a:off x="5599809" y="933281"/>
            <a:ext cx="3103500" cy="3232500"/>
          </a:xfrm>
          <a:prstGeom prst="rect">
            <a:avLst/>
          </a:prstGeom>
          <a:noFill/>
          <a:ln>
            <a:noFill/>
          </a:ln>
        </p:spPr>
        <p:txBody>
          <a:bodyPr anchorCtr="0" anchor="t" bIns="0" lIns="0" spcFirstLastPara="1" rIns="0" wrap="square" tIns="0">
            <a:spAutoFit/>
          </a:bodyPr>
          <a:lstStyle/>
          <a:p>
            <a:pPr indent="0" lvl="0" marL="0" rtl="0" algn="ctr">
              <a:lnSpc>
                <a:spcPct val="123000"/>
              </a:lnSpc>
              <a:spcBef>
                <a:spcPts val="0"/>
              </a:spcBef>
              <a:spcAft>
                <a:spcPts val="1200"/>
              </a:spcAft>
              <a:buSzPts val="21000"/>
              <a:buNone/>
            </a:pPr>
            <a:r>
              <a:rPr lang="de-DE"/>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lang="de-DE"/>
              <a:t>Что такое Web-приложение?</a:t>
            </a:r>
            <a:endParaRPr/>
          </a:p>
        </p:txBody>
      </p:sp>
      <p:sp>
        <p:nvSpPr>
          <p:cNvPr id="106" name="Google Shape;106;p4"/>
          <p:cNvSpPr txBox="1"/>
          <p:nvPr>
            <p:ph idx="12" type="sldNum"/>
          </p:nvPr>
        </p:nvSpPr>
        <p:spPr>
          <a:xfrm>
            <a:off x="287736" y="4587974"/>
            <a:ext cx="282600" cy="321900"/>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None/>
            </a:pPr>
            <a:fld id="{00000000-1234-1234-1234-123412341234}" type="slidenum">
              <a:rPr lang="de-DE"/>
              <a:t>‹#›</a:t>
            </a:fld>
            <a:endParaRPr/>
          </a:p>
        </p:txBody>
      </p:sp>
      <p:sp>
        <p:nvSpPr>
          <p:cNvPr id="107" name="Google Shape;107;p4"/>
          <p:cNvSpPr/>
          <p:nvPr/>
        </p:nvSpPr>
        <p:spPr>
          <a:xfrm>
            <a:off x="429023" y="1244878"/>
            <a:ext cx="800752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de-DE" sz="1800" u="none" cap="none" strike="noStrike">
                <a:solidFill>
                  <a:srgbClr val="222222"/>
                </a:solidFill>
                <a:latin typeface="arial"/>
                <a:ea typeface="arial"/>
                <a:cs typeface="arial"/>
                <a:sym typeface="arial"/>
              </a:rPr>
              <a:t>Веб приложение </a:t>
            </a:r>
            <a:r>
              <a:rPr b="0" i="0" lang="de-DE" sz="1800" u="none" cap="none" strike="noStrike">
                <a:solidFill>
                  <a:srgbClr val="222222"/>
                </a:solidFill>
                <a:latin typeface="arial"/>
                <a:ea typeface="arial"/>
                <a:cs typeface="arial"/>
                <a:sym typeface="arial"/>
              </a:rPr>
              <a:t>— это клиент-серверное приложение, в котором клиент взаимодействует с сервером при помощи браузера, а за сервер отвечает веб-сервер.</a:t>
            </a:r>
            <a:endParaRPr sz="1800">
              <a:solidFill>
                <a:schemeClr val="dk1"/>
              </a:solidFill>
              <a:latin typeface="Arial"/>
              <a:ea typeface="Arial"/>
              <a:cs typeface="Arial"/>
              <a:sym typeface="Arial"/>
            </a:endParaRPr>
          </a:p>
        </p:txBody>
      </p:sp>
      <p:sp>
        <p:nvSpPr>
          <p:cNvPr id="108" name="Google Shape;108;p4"/>
          <p:cNvSpPr/>
          <p:nvPr/>
        </p:nvSpPr>
        <p:spPr>
          <a:xfrm>
            <a:off x="1347536" y="2849078"/>
            <a:ext cx="2401503" cy="1145406"/>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09" name="Google Shape;109;p4"/>
          <p:cNvSpPr/>
          <p:nvPr/>
        </p:nvSpPr>
        <p:spPr>
          <a:xfrm>
            <a:off x="5013157" y="2849078"/>
            <a:ext cx="2401503" cy="1145406"/>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cxnSp>
        <p:nvCxnSpPr>
          <p:cNvPr id="110" name="Google Shape;110;p4"/>
          <p:cNvCxnSpPr/>
          <p:nvPr/>
        </p:nvCxnSpPr>
        <p:spPr>
          <a:xfrm>
            <a:off x="3749039" y="3224463"/>
            <a:ext cx="1264118" cy="0"/>
          </a:xfrm>
          <a:prstGeom prst="straightConnector1">
            <a:avLst/>
          </a:prstGeom>
          <a:noFill/>
          <a:ln cap="flat" cmpd="sng" w="12700">
            <a:solidFill>
              <a:schemeClr val="accent1"/>
            </a:solidFill>
            <a:prstDash val="solid"/>
            <a:miter lim="800000"/>
            <a:headEnd len="sm" w="sm" type="none"/>
            <a:tailEnd len="med" w="med" type="triangle"/>
          </a:ln>
        </p:spPr>
      </p:cxnSp>
      <p:cxnSp>
        <p:nvCxnSpPr>
          <p:cNvPr id="111" name="Google Shape;111;p4"/>
          <p:cNvCxnSpPr>
            <a:stCxn id="109" idx="1"/>
            <a:endCxn id="108" idx="3"/>
          </p:cNvCxnSpPr>
          <p:nvPr/>
        </p:nvCxnSpPr>
        <p:spPr>
          <a:xfrm rot="10800000">
            <a:off x="3748957" y="3421781"/>
            <a:ext cx="1264200" cy="0"/>
          </a:xfrm>
          <a:prstGeom prst="straightConnector1">
            <a:avLst/>
          </a:prstGeom>
          <a:noFill/>
          <a:ln cap="flat" cmpd="sng" w="12700">
            <a:solidFill>
              <a:schemeClr val="accent1"/>
            </a:solidFill>
            <a:prstDash val="solid"/>
            <a:miter lim="800000"/>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p:nvPr/>
        </p:nvSpPr>
        <p:spPr>
          <a:xfrm>
            <a:off x="7709594" y="573086"/>
            <a:ext cx="935861" cy="1044341"/>
          </a:xfrm>
          <a:prstGeom prst="can">
            <a:avLst>
              <a:gd fmla="val 25000"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DB</a:t>
            </a:r>
            <a:endParaRPr sz="1800">
              <a:solidFill>
                <a:schemeClr val="dk1"/>
              </a:solidFill>
              <a:latin typeface="Arial"/>
              <a:ea typeface="Arial"/>
              <a:cs typeface="Arial"/>
              <a:sym typeface="Arial"/>
            </a:endParaRPr>
          </a:p>
        </p:txBody>
      </p:sp>
      <p:sp>
        <p:nvSpPr>
          <p:cNvPr id="118" name="Google Shape;118;p5"/>
          <p:cNvSpPr/>
          <p:nvPr/>
        </p:nvSpPr>
        <p:spPr>
          <a:xfrm>
            <a:off x="7546082" y="698515"/>
            <a:ext cx="935861" cy="1044341"/>
          </a:xfrm>
          <a:prstGeom prst="can">
            <a:avLst>
              <a:gd fmla="val 25000"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DB</a:t>
            </a:r>
            <a:endParaRPr sz="1800">
              <a:solidFill>
                <a:schemeClr val="dk1"/>
              </a:solidFill>
              <a:latin typeface="Arial"/>
              <a:ea typeface="Arial"/>
              <a:cs typeface="Arial"/>
              <a:sym typeface="Arial"/>
            </a:endParaRPr>
          </a:p>
        </p:txBody>
      </p:sp>
      <p:cxnSp>
        <p:nvCxnSpPr>
          <p:cNvPr id="119" name="Google Shape;119;p5"/>
          <p:cNvCxnSpPr/>
          <p:nvPr/>
        </p:nvCxnSpPr>
        <p:spPr>
          <a:xfrm>
            <a:off x="5206256" y="2696978"/>
            <a:ext cx="935456" cy="177023"/>
          </a:xfrm>
          <a:prstGeom prst="straightConnector1">
            <a:avLst/>
          </a:prstGeom>
          <a:noFill/>
          <a:ln cap="flat" cmpd="sng" w="9525">
            <a:solidFill>
              <a:schemeClr val="dk1"/>
            </a:solidFill>
            <a:prstDash val="solid"/>
            <a:miter lim="800000"/>
            <a:headEnd len="sm" w="sm" type="none"/>
            <a:tailEnd len="med" w="med" type="triangle"/>
          </a:ln>
        </p:spPr>
      </p:cxnSp>
      <p:cxnSp>
        <p:nvCxnSpPr>
          <p:cNvPr id="120" name="Google Shape;120;p5"/>
          <p:cNvCxnSpPr/>
          <p:nvPr/>
        </p:nvCxnSpPr>
        <p:spPr>
          <a:xfrm>
            <a:off x="5365675" y="2866922"/>
            <a:ext cx="776037" cy="110413"/>
          </a:xfrm>
          <a:prstGeom prst="straightConnector1">
            <a:avLst/>
          </a:prstGeom>
          <a:noFill/>
          <a:ln cap="flat" cmpd="sng" w="9525">
            <a:solidFill>
              <a:schemeClr val="dk1"/>
            </a:solidFill>
            <a:prstDash val="solid"/>
            <a:miter lim="800000"/>
            <a:headEnd len="sm" w="sm" type="none"/>
            <a:tailEnd len="med" w="med" type="triangle"/>
          </a:ln>
        </p:spPr>
      </p:cxnSp>
      <p:cxnSp>
        <p:nvCxnSpPr>
          <p:cNvPr id="121" name="Google Shape;121;p5"/>
          <p:cNvCxnSpPr>
            <a:endCxn id="122" idx="1"/>
          </p:cNvCxnSpPr>
          <p:nvPr/>
        </p:nvCxnSpPr>
        <p:spPr>
          <a:xfrm>
            <a:off x="5491280" y="3005290"/>
            <a:ext cx="637800" cy="49500"/>
          </a:xfrm>
          <a:prstGeom prst="straightConnector1">
            <a:avLst/>
          </a:prstGeom>
          <a:noFill/>
          <a:ln cap="flat" cmpd="sng" w="9525">
            <a:solidFill>
              <a:schemeClr val="dk1"/>
            </a:solidFill>
            <a:prstDash val="solid"/>
            <a:miter lim="800000"/>
            <a:headEnd len="sm" w="sm" type="none"/>
            <a:tailEnd len="med" w="med" type="triangle"/>
          </a:ln>
        </p:spPr>
      </p:cxnSp>
      <p:cxnSp>
        <p:nvCxnSpPr>
          <p:cNvPr id="123" name="Google Shape;123;p5"/>
          <p:cNvCxnSpPr/>
          <p:nvPr/>
        </p:nvCxnSpPr>
        <p:spPr>
          <a:xfrm flipH="1" rot="10800000">
            <a:off x="5668678" y="3114007"/>
            <a:ext cx="473034" cy="299534"/>
          </a:xfrm>
          <a:prstGeom prst="straightConnector1">
            <a:avLst/>
          </a:prstGeom>
          <a:noFill/>
          <a:ln cap="flat" cmpd="sng" w="9525">
            <a:solidFill>
              <a:schemeClr val="dk1"/>
            </a:solidFill>
            <a:prstDash val="solid"/>
            <a:miter lim="800000"/>
            <a:headEnd len="sm" w="sm" type="none"/>
            <a:tailEnd len="med" w="med" type="triangle"/>
          </a:ln>
        </p:spPr>
      </p:cxnSp>
      <p:sp>
        <p:nvSpPr>
          <p:cNvPr id="124" name="Google Shape;124;p5"/>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108000" rtl="0" algn="l">
              <a:lnSpc>
                <a:spcPct val="123000"/>
              </a:lnSpc>
              <a:spcBef>
                <a:spcPts val="0"/>
              </a:spcBef>
              <a:spcAft>
                <a:spcPts val="0"/>
              </a:spcAft>
              <a:buClr>
                <a:schemeClr val="dk1"/>
              </a:buClr>
              <a:buSzPts val="2400"/>
              <a:buFont typeface="Arial"/>
              <a:buNone/>
            </a:pPr>
            <a:r>
              <a:rPr b="0" lang="de-DE">
                <a:solidFill>
                  <a:schemeClr val="dk1"/>
                </a:solidFill>
              </a:rPr>
              <a:t>Архитектура веб приложений</a:t>
            </a:r>
            <a:endParaRPr b="0">
              <a:solidFill>
                <a:schemeClr val="dk1"/>
              </a:solidFill>
            </a:endParaRPr>
          </a:p>
        </p:txBody>
      </p:sp>
      <p:sp>
        <p:nvSpPr>
          <p:cNvPr id="125" name="Google Shape;125;p5"/>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126" name="Google Shape;126;p5"/>
          <p:cNvSpPr/>
          <p:nvPr/>
        </p:nvSpPr>
        <p:spPr>
          <a:xfrm>
            <a:off x="3782727" y="2401073"/>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27" name="Google Shape;127;p5"/>
          <p:cNvSpPr/>
          <p:nvPr/>
        </p:nvSpPr>
        <p:spPr>
          <a:xfrm>
            <a:off x="6713620" y="2395564"/>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sp>
        <p:nvSpPr>
          <p:cNvPr id="128" name="Google Shape;128;p5"/>
          <p:cNvSpPr/>
          <p:nvPr/>
        </p:nvSpPr>
        <p:spPr>
          <a:xfrm>
            <a:off x="3935127" y="2553473"/>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29" name="Google Shape;129;p5"/>
          <p:cNvSpPr/>
          <p:nvPr/>
        </p:nvSpPr>
        <p:spPr>
          <a:xfrm>
            <a:off x="4087527" y="2705873"/>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30" name="Google Shape;130;p5"/>
          <p:cNvSpPr/>
          <p:nvPr/>
        </p:nvSpPr>
        <p:spPr>
          <a:xfrm>
            <a:off x="4239927" y="2858273"/>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31" name="Google Shape;131;p5"/>
          <p:cNvSpPr/>
          <p:nvPr/>
        </p:nvSpPr>
        <p:spPr>
          <a:xfrm>
            <a:off x="4392327" y="3010673"/>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Клиент</a:t>
            </a:r>
            <a:endParaRPr sz="1800">
              <a:solidFill>
                <a:schemeClr val="dk1"/>
              </a:solidFill>
              <a:latin typeface="Arial"/>
              <a:ea typeface="Arial"/>
              <a:cs typeface="Arial"/>
              <a:sym typeface="Arial"/>
            </a:endParaRPr>
          </a:p>
        </p:txBody>
      </p:sp>
      <p:sp>
        <p:nvSpPr>
          <p:cNvPr id="132" name="Google Shape;132;p5"/>
          <p:cNvSpPr/>
          <p:nvPr/>
        </p:nvSpPr>
        <p:spPr>
          <a:xfrm>
            <a:off x="6866020" y="2547964"/>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sp>
        <p:nvSpPr>
          <p:cNvPr id="133" name="Google Shape;133;p5"/>
          <p:cNvSpPr/>
          <p:nvPr/>
        </p:nvSpPr>
        <p:spPr>
          <a:xfrm>
            <a:off x="7018420" y="2700364"/>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sp>
        <p:nvSpPr>
          <p:cNvPr id="134" name="Google Shape;134;p5"/>
          <p:cNvSpPr/>
          <p:nvPr/>
        </p:nvSpPr>
        <p:spPr>
          <a:xfrm>
            <a:off x="7170820" y="2852764"/>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sp>
        <p:nvSpPr>
          <p:cNvPr id="135" name="Google Shape;135;p5"/>
          <p:cNvSpPr/>
          <p:nvPr/>
        </p:nvSpPr>
        <p:spPr>
          <a:xfrm>
            <a:off x="7323220" y="3005164"/>
            <a:ext cx="1400475" cy="84221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Сервер</a:t>
            </a:r>
            <a:endParaRPr sz="1800">
              <a:solidFill>
                <a:schemeClr val="dk1"/>
              </a:solidFill>
              <a:latin typeface="Arial"/>
              <a:ea typeface="Arial"/>
              <a:cs typeface="Arial"/>
              <a:sym typeface="Arial"/>
            </a:endParaRPr>
          </a:p>
        </p:txBody>
      </p:sp>
      <p:sp>
        <p:nvSpPr>
          <p:cNvPr id="136" name="Google Shape;136;p5"/>
          <p:cNvSpPr/>
          <p:nvPr/>
        </p:nvSpPr>
        <p:spPr>
          <a:xfrm>
            <a:off x="1943097" y="2938485"/>
            <a:ext cx="1263719" cy="676768"/>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050">
                <a:solidFill>
                  <a:schemeClr val="dk1"/>
                </a:solidFill>
                <a:latin typeface="Arial"/>
                <a:ea typeface="Arial"/>
                <a:cs typeface="Arial"/>
                <a:sym typeface="Arial"/>
              </a:rPr>
              <a:t>Балансировщик</a:t>
            </a:r>
            <a:endParaRPr sz="1050">
              <a:solidFill>
                <a:schemeClr val="dk1"/>
              </a:solidFill>
              <a:latin typeface="Arial"/>
              <a:ea typeface="Arial"/>
              <a:cs typeface="Arial"/>
              <a:sym typeface="Arial"/>
            </a:endParaRPr>
          </a:p>
        </p:txBody>
      </p:sp>
      <p:sp>
        <p:nvSpPr>
          <p:cNvPr descr="ÐÐ°ÑÑÐ¸Ð½ÐºÐ¸ Ð¿Ð¾ Ð·Ð°Ð¿ÑÐ¾ÑÑ actor uml" id="137" name="Google Shape;137;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ÐÐ°ÑÑÐ¸Ð½ÐºÐ¸ Ð¿Ð¾ Ð·Ð°Ð¿ÑÐ¾ÑÑ actor uml" id="138" name="Google Shape;138;p5"/>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ÐÐ°ÑÑÐ¸Ð½ÐºÐ¸ Ð¿Ð¾ Ð·Ð°Ð¿ÑÐ¾ÑÑ actor uml" id="139" name="Google Shape;139;p5"/>
          <p:cNvSpPr/>
          <p:nvPr/>
        </p:nvSpPr>
        <p:spPr>
          <a:xfrm>
            <a:off x="-1695889" y="5130200"/>
            <a:ext cx="73934" cy="7393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https://www.vectorizer.io/input/8c934210b7e97c6e.png?colors=16&amp;edges=none&amp;preview" id="140" name="Google Shape;140;p5"/>
          <p:cNvPicPr preferRelativeResize="0"/>
          <p:nvPr/>
        </p:nvPicPr>
        <p:blipFill rotWithShape="1">
          <a:blip r:embed="rId3">
            <a:alphaModFix/>
          </a:blip>
          <a:srcRect b="0" l="0" r="0" t="0"/>
          <a:stretch/>
        </p:blipFill>
        <p:spPr>
          <a:xfrm>
            <a:off x="246297" y="2696268"/>
            <a:ext cx="661683" cy="1094033"/>
          </a:xfrm>
          <a:prstGeom prst="rect">
            <a:avLst/>
          </a:prstGeom>
          <a:noFill/>
          <a:ln>
            <a:noFill/>
          </a:ln>
        </p:spPr>
      </p:pic>
      <p:cxnSp>
        <p:nvCxnSpPr>
          <p:cNvPr id="141" name="Google Shape;141;p5"/>
          <p:cNvCxnSpPr/>
          <p:nvPr/>
        </p:nvCxnSpPr>
        <p:spPr>
          <a:xfrm>
            <a:off x="963318" y="3243284"/>
            <a:ext cx="932859" cy="0"/>
          </a:xfrm>
          <a:prstGeom prst="straightConnector1">
            <a:avLst/>
          </a:prstGeom>
          <a:noFill/>
          <a:ln cap="flat" cmpd="sng" w="9525">
            <a:solidFill>
              <a:schemeClr val="dk1"/>
            </a:solidFill>
            <a:prstDash val="solid"/>
            <a:miter lim="800000"/>
            <a:headEnd len="sm" w="sm" type="none"/>
            <a:tailEnd len="med" w="med" type="triangle"/>
          </a:ln>
        </p:spPr>
      </p:cxnSp>
      <p:sp>
        <p:nvSpPr>
          <p:cNvPr id="142" name="Google Shape;142;p5"/>
          <p:cNvSpPr txBox="1"/>
          <p:nvPr/>
        </p:nvSpPr>
        <p:spPr>
          <a:xfrm>
            <a:off x="1000223" y="3054790"/>
            <a:ext cx="888731" cy="158713"/>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None/>
            </a:pPr>
            <a:r>
              <a:rPr lang="de-DE" sz="800">
                <a:solidFill>
                  <a:schemeClr val="dk1"/>
                </a:solidFill>
                <a:latin typeface="Arial"/>
                <a:ea typeface="Arial"/>
                <a:cs typeface="Arial"/>
                <a:sym typeface="Arial"/>
              </a:rPr>
              <a:t>nexign-systems.ru</a:t>
            </a:r>
            <a:endParaRPr sz="800">
              <a:solidFill>
                <a:schemeClr val="dk1"/>
              </a:solidFill>
              <a:latin typeface="Arial"/>
              <a:ea typeface="Arial"/>
              <a:cs typeface="Arial"/>
              <a:sym typeface="Arial"/>
            </a:endParaRPr>
          </a:p>
        </p:txBody>
      </p:sp>
      <p:cxnSp>
        <p:nvCxnSpPr>
          <p:cNvPr id="143" name="Google Shape;143;p5"/>
          <p:cNvCxnSpPr>
            <a:stCxn id="136" idx="3"/>
            <a:endCxn id="126" idx="1"/>
          </p:cNvCxnSpPr>
          <p:nvPr/>
        </p:nvCxnSpPr>
        <p:spPr>
          <a:xfrm flipH="1" rot="10800000">
            <a:off x="3206816" y="2822069"/>
            <a:ext cx="576000" cy="454800"/>
          </a:xfrm>
          <a:prstGeom prst="straightConnector1">
            <a:avLst/>
          </a:prstGeom>
          <a:noFill/>
          <a:ln cap="flat" cmpd="sng" w="9525">
            <a:solidFill>
              <a:schemeClr val="dk1"/>
            </a:solidFill>
            <a:prstDash val="solid"/>
            <a:miter lim="800000"/>
            <a:headEnd len="sm" w="sm" type="none"/>
            <a:tailEnd len="med" w="med" type="triangle"/>
          </a:ln>
        </p:spPr>
      </p:cxnSp>
      <p:cxnSp>
        <p:nvCxnSpPr>
          <p:cNvPr id="144" name="Google Shape;144;p5"/>
          <p:cNvCxnSpPr>
            <a:stCxn id="136" idx="3"/>
            <a:endCxn id="128" idx="1"/>
          </p:cNvCxnSpPr>
          <p:nvPr/>
        </p:nvCxnSpPr>
        <p:spPr>
          <a:xfrm flipH="1" rot="10800000">
            <a:off x="3206816" y="2974469"/>
            <a:ext cx="728400" cy="302400"/>
          </a:xfrm>
          <a:prstGeom prst="straightConnector1">
            <a:avLst/>
          </a:prstGeom>
          <a:noFill/>
          <a:ln cap="flat" cmpd="sng" w="9525">
            <a:solidFill>
              <a:schemeClr val="dk1"/>
            </a:solidFill>
            <a:prstDash val="solid"/>
            <a:miter lim="800000"/>
            <a:headEnd len="sm" w="sm" type="none"/>
            <a:tailEnd len="med" w="med" type="triangle"/>
          </a:ln>
        </p:spPr>
      </p:cxnSp>
      <p:cxnSp>
        <p:nvCxnSpPr>
          <p:cNvPr id="145" name="Google Shape;145;p5"/>
          <p:cNvCxnSpPr>
            <a:endCxn id="129" idx="1"/>
          </p:cNvCxnSpPr>
          <p:nvPr/>
        </p:nvCxnSpPr>
        <p:spPr>
          <a:xfrm flipH="1" rot="10800000">
            <a:off x="3206727" y="3126979"/>
            <a:ext cx="880800" cy="158100"/>
          </a:xfrm>
          <a:prstGeom prst="straightConnector1">
            <a:avLst/>
          </a:prstGeom>
          <a:noFill/>
          <a:ln cap="flat" cmpd="sng" w="9525">
            <a:solidFill>
              <a:schemeClr val="dk1"/>
            </a:solidFill>
            <a:prstDash val="solid"/>
            <a:miter lim="800000"/>
            <a:headEnd len="sm" w="sm" type="none"/>
            <a:tailEnd len="med" w="med" type="triangle"/>
          </a:ln>
        </p:spPr>
      </p:cxnSp>
      <p:cxnSp>
        <p:nvCxnSpPr>
          <p:cNvPr id="146" name="Google Shape;146;p5"/>
          <p:cNvCxnSpPr>
            <a:stCxn id="136" idx="3"/>
          </p:cNvCxnSpPr>
          <p:nvPr/>
        </p:nvCxnSpPr>
        <p:spPr>
          <a:xfrm>
            <a:off x="3206816" y="3276869"/>
            <a:ext cx="1033200" cy="2400"/>
          </a:xfrm>
          <a:prstGeom prst="straightConnector1">
            <a:avLst/>
          </a:prstGeom>
          <a:noFill/>
          <a:ln cap="flat" cmpd="sng" w="9525">
            <a:solidFill>
              <a:schemeClr val="dk1"/>
            </a:solidFill>
            <a:prstDash val="solid"/>
            <a:miter lim="800000"/>
            <a:headEnd len="sm" w="sm" type="none"/>
            <a:tailEnd len="med" w="med" type="triangle"/>
          </a:ln>
        </p:spPr>
      </p:cxnSp>
      <p:cxnSp>
        <p:nvCxnSpPr>
          <p:cNvPr id="147" name="Google Shape;147;p5"/>
          <p:cNvCxnSpPr>
            <a:stCxn id="136" idx="3"/>
            <a:endCxn id="131" idx="1"/>
          </p:cNvCxnSpPr>
          <p:nvPr/>
        </p:nvCxnSpPr>
        <p:spPr>
          <a:xfrm>
            <a:off x="3206816" y="3276869"/>
            <a:ext cx="1185600" cy="154800"/>
          </a:xfrm>
          <a:prstGeom prst="straightConnector1">
            <a:avLst/>
          </a:prstGeom>
          <a:noFill/>
          <a:ln cap="flat" cmpd="sng" w="9525">
            <a:solidFill>
              <a:schemeClr val="dk1"/>
            </a:solidFill>
            <a:prstDash val="solid"/>
            <a:miter lim="800000"/>
            <a:headEnd len="sm" w="sm" type="none"/>
            <a:tailEnd len="med" w="med" type="triangle"/>
          </a:ln>
        </p:spPr>
      </p:cxnSp>
      <p:sp>
        <p:nvSpPr>
          <p:cNvPr id="122" name="Google Shape;122;p5"/>
          <p:cNvSpPr/>
          <p:nvPr/>
        </p:nvSpPr>
        <p:spPr>
          <a:xfrm>
            <a:off x="6129080" y="1344126"/>
            <a:ext cx="290967" cy="3421328"/>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050">
                <a:solidFill>
                  <a:schemeClr val="dk1"/>
                </a:solidFill>
                <a:latin typeface="Arial"/>
                <a:ea typeface="Arial"/>
                <a:cs typeface="Arial"/>
                <a:sym typeface="Arial"/>
              </a:rPr>
              <a:t>Балансировщик</a:t>
            </a:r>
            <a:endParaRPr sz="1050">
              <a:solidFill>
                <a:schemeClr val="dk1"/>
              </a:solidFill>
              <a:latin typeface="Arial"/>
              <a:ea typeface="Arial"/>
              <a:cs typeface="Arial"/>
              <a:sym typeface="Arial"/>
            </a:endParaRPr>
          </a:p>
        </p:txBody>
      </p:sp>
      <p:cxnSp>
        <p:nvCxnSpPr>
          <p:cNvPr id="148" name="Google Shape;148;p5"/>
          <p:cNvCxnSpPr/>
          <p:nvPr/>
        </p:nvCxnSpPr>
        <p:spPr>
          <a:xfrm flipH="1" rot="10800000">
            <a:off x="5791499" y="3204557"/>
            <a:ext cx="336278" cy="376989"/>
          </a:xfrm>
          <a:prstGeom prst="straightConnector1">
            <a:avLst/>
          </a:prstGeom>
          <a:noFill/>
          <a:ln cap="flat" cmpd="sng" w="9525">
            <a:solidFill>
              <a:schemeClr val="dk1"/>
            </a:solidFill>
            <a:prstDash val="solid"/>
            <a:miter lim="800000"/>
            <a:headEnd len="sm" w="sm" type="none"/>
            <a:tailEnd len="med" w="med" type="triangle"/>
          </a:ln>
        </p:spPr>
      </p:cxnSp>
      <p:cxnSp>
        <p:nvCxnSpPr>
          <p:cNvPr id="149" name="Google Shape;149;p5"/>
          <p:cNvCxnSpPr>
            <a:stCxn id="122" idx="3"/>
            <a:endCxn id="127" idx="1"/>
          </p:cNvCxnSpPr>
          <p:nvPr/>
        </p:nvCxnSpPr>
        <p:spPr>
          <a:xfrm flipH="1" rot="10800000">
            <a:off x="6420047" y="2816590"/>
            <a:ext cx="293700" cy="238200"/>
          </a:xfrm>
          <a:prstGeom prst="straightConnector1">
            <a:avLst/>
          </a:prstGeom>
          <a:noFill/>
          <a:ln cap="flat" cmpd="sng" w="9525">
            <a:solidFill>
              <a:schemeClr val="dk1"/>
            </a:solidFill>
            <a:prstDash val="solid"/>
            <a:miter lim="800000"/>
            <a:headEnd len="sm" w="sm" type="none"/>
            <a:tailEnd len="med" w="med" type="triangle"/>
          </a:ln>
        </p:spPr>
      </p:cxnSp>
      <p:cxnSp>
        <p:nvCxnSpPr>
          <p:cNvPr id="150" name="Google Shape;150;p5"/>
          <p:cNvCxnSpPr>
            <a:stCxn id="122" idx="3"/>
          </p:cNvCxnSpPr>
          <p:nvPr/>
        </p:nvCxnSpPr>
        <p:spPr>
          <a:xfrm flipH="1" rot="10800000">
            <a:off x="6420047" y="2968990"/>
            <a:ext cx="446100" cy="85800"/>
          </a:xfrm>
          <a:prstGeom prst="straightConnector1">
            <a:avLst/>
          </a:prstGeom>
          <a:noFill/>
          <a:ln cap="flat" cmpd="sng" w="9525">
            <a:solidFill>
              <a:schemeClr val="dk1"/>
            </a:solidFill>
            <a:prstDash val="solid"/>
            <a:miter lim="800000"/>
            <a:headEnd len="sm" w="sm" type="none"/>
            <a:tailEnd len="med" w="med" type="triangle"/>
          </a:ln>
        </p:spPr>
      </p:cxnSp>
      <p:cxnSp>
        <p:nvCxnSpPr>
          <p:cNvPr id="151" name="Google Shape;151;p5"/>
          <p:cNvCxnSpPr>
            <a:stCxn id="122" idx="3"/>
          </p:cNvCxnSpPr>
          <p:nvPr/>
        </p:nvCxnSpPr>
        <p:spPr>
          <a:xfrm>
            <a:off x="6420047" y="3054790"/>
            <a:ext cx="598500" cy="66600"/>
          </a:xfrm>
          <a:prstGeom prst="straightConnector1">
            <a:avLst/>
          </a:prstGeom>
          <a:noFill/>
          <a:ln cap="flat" cmpd="sng" w="9525">
            <a:solidFill>
              <a:schemeClr val="dk1"/>
            </a:solidFill>
            <a:prstDash val="solid"/>
            <a:miter lim="800000"/>
            <a:headEnd len="sm" w="sm" type="none"/>
            <a:tailEnd len="med" w="med" type="triangle"/>
          </a:ln>
        </p:spPr>
      </p:cxnSp>
      <p:cxnSp>
        <p:nvCxnSpPr>
          <p:cNvPr id="152" name="Google Shape;152;p5"/>
          <p:cNvCxnSpPr>
            <a:stCxn id="122" idx="3"/>
          </p:cNvCxnSpPr>
          <p:nvPr/>
        </p:nvCxnSpPr>
        <p:spPr>
          <a:xfrm>
            <a:off x="6420047" y="3054790"/>
            <a:ext cx="750900" cy="219000"/>
          </a:xfrm>
          <a:prstGeom prst="straightConnector1">
            <a:avLst/>
          </a:prstGeom>
          <a:noFill/>
          <a:ln cap="flat" cmpd="sng" w="9525">
            <a:solidFill>
              <a:schemeClr val="dk1"/>
            </a:solidFill>
            <a:prstDash val="solid"/>
            <a:miter lim="800000"/>
            <a:headEnd len="sm" w="sm" type="none"/>
            <a:tailEnd len="med" w="med" type="triangle"/>
          </a:ln>
        </p:spPr>
      </p:cxnSp>
      <p:cxnSp>
        <p:nvCxnSpPr>
          <p:cNvPr id="153" name="Google Shape;153;p5"/>
          <p:cNvCxnSpPr>
            <a:stCxn id="122" idx="3"/>
          </p:cNvCxnSpPr>
          <p:nvPr/>
        </p:nvCxnSpPr>
        <p:spPr>
          <a:xfrm>
            <a:off x="6420047" y="3054790"/>
            <a:ext cx="903300" cy="371400"/>
          </a:xfrm>
          <a:prstGeom prst="straightConnector1">
            <a:avLst/>
          </a:prstGeom>
          <a:noFill/>
          <a:ln cap="flat" cmpd="sng" w="9525">
            <a:solidFill>
              <a:schemeClr val="dk1"/>
            </a:solidFill>
            <a:prstDash val="solid"/>
            <a:miter lim="800000"/>
            <a:headEnd len="sm" w="sm" type="none"/>
            <a:tailEnd len="med" w="med" type="triangle"/>
          </a:ln>
        </p:spPr>
      </p:cxnSp>
      <p:sp>
        <p:nvSpPr>
          <p:cNvPr id="154" name="Google Shape;154;p5"/>
          <p:cNvSpPr/>
          <p:nvPr/>
        </p:nvSpPr>
        <p:spPr>
          <a:xfrm>
            <a:off x="7365925" y="792001"/>
            <a:ext cx="935861" cy="1044341"/>
          </a:xfrm>
          <a:prstGeom prst="can">
            <a:avLst>
              <a:gd fmla="val 25000"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de-DE" sz="1800">
                <a:solidFill>
                  <a:schemeClr val="dk1"/>
                </a:solidFill>
                <a:latin typeface="Arial"/>
                <a:ea typeface="Arial"/>
                <a:cs typeface="Arial"/>
                <a:sym typeface="Arial"/>
              </a:rPr>
              <a:t>DB</a:t>
            </a:r>
            <a:endParaRPr sz="1800">
              <a:solidFill>
                <a:schemeClr val="dk1"/>
              </a:solidFill>
              <a:latin typeface="Arial"/>
              <a:ea typeface="Arial"/>
              <a:cs typeface="Arial"/>
              <a:sym typeface="Arial"/>
            </a:endParaRPr>
          </a:p>
        </p:txBody>
      </p:sp>
      <p:cxnSp>
        <p:nvCxnSpPr>
          <p:cNvPr id="155" name="Google Shape;155;p5"/>
          <p:cNvCxnSpPr/>
          <p:nvPr/>
        </p:nvCxnSpPr>
        <p:spPr>
          <a:xfrm flipH="1" rot="10800000">
            <a:off x="8190296" y="1883630"/>
            <a:ext cx="1753" cy="1121536"/>
          </a:xfrm>
          <a:prstGeom prst="straightConnector1">
            <a:avLst/>
          </a:prstGeom>
          <a:noFill/>
          <a:ln cap="flat" cmpd="sng" w="9525">
            <a:solidFill>
              <a:schemeClr val="dk1"/>
            </a:solidFill>
            <a:prstDash val="solid"/>
            <a:miter lim="800000"/>
            <a:headEnd len="sm" w="sm" type="none"/>
            <a:tailEnd len="med" w="med" type="triangle"/>
          </a:ln>
        </p:spPr>
      </p:cxnSp>
      <p:cxnSp>
        <p:nvCxnSpPr>
          <p:cNvPr id="156" name="Google Shape;156;p5"/>
          <p:cNvCxnSpPr/>
          <p:nvPr/>
        </p:nvCxnSpPr>
        <p:spPr>
          <a:xfrm rot="10800000">
            <a:off x="8015837" y="1883630"/>
            <a:ext cx="0" cy="933037"/>
          </a:xfrm>
          <a:prstGeom prst="straightConnector1">
            <a:avLst/>
          </a:prstGeom>
          <a:noFill/>
          <a:ln cap="flat" cmpd="sng" w="9525">
            <a:solidFill>
              <a:schemeClr val="dk1"/>
            </a:solidFill>
            <a:prstDash val="solid"/>
            <a:miter lim="800000"/>
            <a:headEnd len="sm" w="sm" type="none"/>
            <a:tailEnd len="med" w="med" type="triangle"/>
          </a:ln>
        </p:spPr>
      </p:cxnSp>
      <p:cxnSp>
        <p:nvCxnSpPr>
          <p:cNvPr id="157" name="Google Shape;157;p5"/>
          <p:cNvCxnSpPr/>
          <p:nvPr/>
        </p:nvCxnSpPr>
        <p:spPr>
          <a:xfrm rot="10800000">
            <a:off x="7836063" y="1883630"/>
            <a:ext cx="10331" cy="812638"/>
          </a:xfrm>
          <a:prstGeom prst="straightConnector1">
            <a:avLst/>
          </a:prstGeom>
          <a:noFill/>
          <a:ln cap="flat" cmpd="sng" w="9525">
            <a:solidFill>
              <a:schemeClr val="dk1"/>
            </a:solidFill>
            <a:prstDash val="solid"/>
            <a:miter lim="800000"/>
            <a:headEnd len="sm" w="sm" type="none"/>
            <a:tailEnd len="med" w="med" type="triangle"/>
          </a:ln>
        </p:spPr>
      </p:cxnSp>
      <p:cxnSp>
        <p:nvCxnSpPr>
          <p:cNvPr id="158" name="Google Shape;158;p5"/>
          <p:cNvCxnSpPr/>
          <p:nvPr/>
        </p:nvCxnSpPr>
        <p:spPr>
          <a:xfrm rot="10800000">
            <a:off x="7668724" y="1895256"/>
            <a:ext cx="6418" cy="625663"/>
          </a:xfrm>
          <a:prstGeom prst="straightConnector1">
            <a:avLst/>
          </a:prstGeom>
          <a:noFill/>
          <a:ln cap="flat" cmpd="sng" w="9525">
            <a:solidFill>
              <a:schemeClr val="dk1"/>
            </a:solidFill>
            <a:prstDash val="solid"/>
            <a:miter lim="800000"/>
            <a:headEnd len="sm" w="sm" type="none"/>
            <a:tailEnd len="med" w="med" type="triangle"/>
          </a:ln>
        </p:spPr>
      </p:cxnSp>
      <p:cxnSp>
        <p:nvCxnSpPr>
          <p:cNvPr id="159" name="Google Shape;159;p5"/>
          <p:cNvCxnSpPr/>
          <p:nvPr/>
        </p:nvCxnSpPr>
        <p:spPr>
          <a:xfrm flipH="1" rot="10800000">
            <a:off x="7470002" y="1895257"/>
            <a:ext cx="5312" cy="464210"/>
          </a:xfrm>
          <a:prstGeom prst="straightConnector1">
            <a:avLst/>
          </a:prstGeom>
          <a:noFill/>
          <a:ln cap="flat" cmpd="sng" w="9525">
            <a:solidFill>
              <a:schemeClr val="dk1"/>
            </a:solidFill>
            <a:prstDash val="solid"/>
            <a:miter lim="800000"/>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txBox="1"/>
          <p:nvPr>
            <p:ph type="ctrTitle"/>
          </p:nvPr>
        </p:nvSpPr>
        <p:spPr>
          <a:xfrm>
            <a:off x="430306" y="754768"/>
            <a:ext cx="5999069" cy="1790700"/>
          </a:xfrm>
          <a:prstGeom prst="rect">
            <a:avLst/>
          </a:prstGeom>
          <a:noFill/>
          <a:ln>
            <a:noFill/>
          </a:ln>
        </p:spPr>
        <p:txBody>
          <a:bodyPr anchorCtr="0" anchor="b" bIns="0" lIns="0" spcFirstLastPara="1" rIns="0" wrap="square" tIns="0">
            <a:normAutofit/>
          </a:bodyPr>
          <a:lstStyle/>
          <a:p>
            <a:pPr indent="0" lvl="0" marL="108000" rtl="0" algn="l">
              <a:lnSpc>
                <a:spcPct val="123000"/>
              </a:lnSpc>
              <a:spcBef>
                <a:spcPts val="0"/>
              </a:spcBef>
              <a:spcAft>
                <a:spcPts val="0"/>
              </a:spcAft>
              <a:buClr>
                <a:schemeClr val="dk1"/>
              </a:buClr>
              <a:buSzPts val="4000"/>
              <a:buFont typeface="Arial"/>
              <a:buNone/>
            </a:pPr>
            <a:r>
              <a:rPr b="0" lang="de-DE">
                <a:solidFill>
                  <a:schemeClr val="dk1"/>
                </a:solidFill>
              </a:rPr>
              <a:t>Сети. Основы HTTP</a:t>
            </a:r>
            <a:endParaRPr/>
          </a:p>
        </p:txBody>
      </p:sp>
      <p:sp>
        <p:nvSpPr>
          <p:cNvPr id="166" name="Google Shape;166;p6"/>
          <p:cNvSpPr txBox="1"/>
          <p:nvPr>
            <p:ph idx="2" type="body"/>
          </p:nvPr>
        </p:nvSpPr>
        <p:spPr>
          <a:xfrm>
            <a:off x="5599809" y="933281"/>
            <a:ext cx="3103500" cy="3232500"/>
          </a:xfrm>
          <a:prstGeom prst="rect">
            <a:avLst/>
          </a:prstGeom>
          <a:noFill/>
          <a:ln>
            <a:noFill/>
          </a:ln>
        </p:spPr>
        <p:txBody>
          <a:bodyPr anchorCtr="0" anchor="t" bIns="0" lIns="0" spcFirstLastPara="1" rIns="0" wrap="square" tIns="0">
            <a:spAutoFit/>
          </a:bodyPr>
          <a:lstStyle/>
          <a:p>
            <a:pPr indent="0" lvl="0" marL="0" rtl="0" algn="ctr">
              <a:lnSpc>
                <a:spcPct val="123000"/>
              </a:lnSpc>
              <a:spcBef>
                <a:spcPts val="0"/>
              </a:spcBef>
              <a:spcAft>
                <a:spcPts val="1200"/>
              </a:spcAft>
              <a:buSzPts val="21000"/>
              <a:buNone/>
            </a:pPr>
            <a:r>
              <a:rPr lang="de-DE"/>
              <a:t>4</a:t>
            </a:r>
            <a:endParaRPr/>
          </a:p>
        </p:txBody>
      </p:sp>
      <p:sp>
        <p:nvSpPr>
          <p:cNvPr id="167" name="Google Shape;167;p6"/>
          <p:cNvSpPr/>
          <p:nvPr/>
        </p:nvSpPr>
        <p:spPr>
          <a:xfrm>
            <a:off x="4447607" y="2387084"/>
            <a:ext cx="2487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Сети. Модель OSI</a:t>
            </a:r>
            <a:endParaRPr/>
          </a:p>
        </p:txBody>
      </p:sp>
      <p:sp>
        <p:nvSpPr>
          <p:cNvPr id="173" name="Google Shape;173;p7"/>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pic>
        <p:nvPicPr>
          <p:cNvPr descr="https://lh4.googleusercontent.com/Freb9uFhugYgXAiPKTq7OXNqWuSW1NxKqstLKT39NspP_M9kOIM3diMjlIcvkHpRN8SBTIgkyq1pI8WTS_AQrh10I_pDprFhllWqrwzz_0OrdUKJZqZKLb0laemidwC5A_2EIabPn-w" id="174" name="Google Shape;174;p7"/>
          <p:cNvPicPr preferRelativeResize="0"/>
          <p:nvPr/>
        </p:nvPicPr>
        <p:blipFill rotWithShape="1">
          <a:blip r:embed="rId3">
            <a:alphaModFix/>
          </a:blip>
          <a:srcRect b="0" l="0" r="0" t="0"/>
          <a:stretch/>
        </p:blipFill>
        <p:spPr>
          <a:xfrm>
            <a:off x="2697935" y="738217"/>
            <a:ext cx="3495922" cy="40736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Транспортный уровень. TCP</a:t>
            </a:r>
            <a:br>
              <a:rPr b="0" lang="de-DE"/>
            </a:br>
            <a:br>
              <a:rPr lang="de-DE"/>
            </a:br>
            <a:endParaRPr/>
          </a:p>
        </p:txBody>
      </p:sp>
      <p:sp>
        <p:nvSpPr>
          <p:cNvPr id="180" name="Google Shape;180;p8"/>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181" name="Google Shape;181;p8"/>
          <p:cNvSpPr/>
          <p:nvPr/>
        </p:nvSpPr>
        <p:spPr>
          <a:xfrm>
            <a:off x="570310" y="964460"/>
            <a:ext cx="7512518" cy="34342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rgbClr val="000000"/>
                </a:solidFill>
                <a:latin typeface="Merriweather"/>
                <a:ea typeface="Merriweather"/>
                <a:cs typeface="Merriweather"/>
                <a:sym typeface="Merriweather"/>
              </a:rPr>
              <a:t>TCP (</a:t>
            </a:r>
            <a:r>
              <a:rPr b="1" lang="de-DE" sz="1600">
                <a:solidFill>
                  <a:srgbClr val="000000"/>
                </a:solidFill>
                <a:latin typeface="Arial"/>
                <a:ea typeface="Arial"/>
                <a:cs typeface="Arial"/>
                <a:sym typeface="Arial"/>
              </a:rPr>
              <a:t>Transmission Control Protocol)</a:t>
            </a:r>
            <a:r>
              <a:rPr lang="de-DE" sz="1600">
                <a:solidFill>
                  <a:srgbClr val="000000"/>
                </a:solidFill>
                <a:latin typeface="Arial"/>
                <a:ea typeface="Arial"/>
                <a:cs typeface="Arial"/>
                <a:sym typeface="Arial"/>
              </a:rPr>
              <a:t> – протокол, определяющий как устанавливать и поддерживать связь, через которую две программы могут обмениваться данными.</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285750" lvl="0" marL="285750" marR="0" rtl="0" algn="l">
              <a:spcBef>
                <a:spcPts val="1100"/>
              </a:spcBef>
              <a:spcAft>
                <a:spcPts val="0"/>
              </a:spcAft>
              <a:buClr>
                <a:srgbClr val="000000"/>
              </a:buClr>
              <a:buSzPts val="1600"/>
              <a:buFont typeface="Arial"/>
              <a:buChar char="•"/>
            </a:pPr>
            <a:r>
              <a:rPr lang="de-DE" sz="1600">
                <a:solidFill>
                  <a:srgbClr val="000000"/>
                </a:solidFill>
                <a:latin typeface="Arial"/>
                <a:ea typeface="Arial"/>
                <a:cs typeface="Arial"/>
                <a:sym typeface="Arial"/>
              </a:rPr>
              <a:t>Сложный, требует больших затрат времени</a:t>
            </a:r>
            <a:endParaRPr/>
          </a:p>
          <a:p>
            <a:pPr indent="-285750" lvl="0" marL="285750" marR="0" rtl="0" algn="l">
              <a:spcBef>
                <a:spcPts val="0"/>
              </a:spcBef>
              <a:spcAft>
                <a:spcPts val="0"/>
              </a:spcAft>
              <a:buClr>
                <a:srgbClr val="000000"/>
              </a:buClr>
              <a:buSzPts val="1600"/>
              <a:buFont typeface="Arial"/>
              <a:buChar char="•"/>
            </a:pPr>
            <a:r>
              <a:rPr lang="de-DE" sz="1600">
                <a:solidFill>
                  <a:srgbClr val="000000"/>
                </a:solidFill>
                <a:latin typeface="Arial"/>
                <a:ea typeface="Arial"/>
                <a:cs typeface="Arial"/>
                <a:sym typeface="Arial"/>
              </a:rPr>
              <a:t>Требует установления соединения </a:t>
            </a:r>
            <a:endParaRPr/>
          </a:p>
          <a:p>
            <a:pPr indent="-285750" lvl="0" marL="285750" marR="0" rtl="0" algn="l">
              <a:spcBef>
                <a:spcPts val="0"/>
              </a:spcBef>
              <a:spcAft>
                <a:spcPts val="0"/>
              </a:spcAft>
              <a:buClr>
                <a:srgbClr val="000000"/>
              </a:buClr>
              <a:buSzPts val="1600"/>
              <a:buFont typeface="Arial"/>
              <a:buChar char="•"/>
            </a:pPr>
            <a:r>
              <a:rPr lang="de-DE" sz="1600">
                <a:solidFill>
                  <a:srgbClr val="000000"/>
                </a:solidFill>
                <a:latin typeface="Arial"/>
                <a:ea typeface="Arial"/>
                <a:cs typeface="Arial"/>
                <a:sym typeface="Arial"/>
              </a:rPr>
              <a:t>Берет на себя заботу о гарантированной доставке пакетов, избавляя нас от необходимости включать эту функциональную возможность в прикладной протокол. Имеет встроенную возможность надежной доставки. Если сообщение не отправлено корректно, мы получим сообщение об ошибке</a:t>
            </a:r>
            <a:endParaRPr sz="1600">
              <a:solidFill>
                <a:srgbClr val="000000"/>
              </a:solidFill>
              <a:latin typeface="Arial"/>
              <a:ea typeface="Arial"/>
              <a:cs typeface="Arial"/>
              <a:sym typeface="Arial"/>
            </a:endParaRPr>
          </a:p>
          <a:p>
            <a:pPr indent="0" lvl="0" marL="0" marR="0" rtl="0" algn="l">
              <a:spcBef>
                <a:spcPts val="0"/>
              </a:spcBef>
              <a:spcAft>
                <a:spcPts val="0"/>
              </a:spcAft>
              <a:buNone/>
            </a:pPr>
            <a:br>
              <a:rPr lang="de-DE"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Транспортный уровень. UDP</a:t>
            </a:r>
            <a:br>
              <a:rPr b="0" lang="de-DE"/>
            </a:br>
            <a:br>
              <a:rPr lang="de-DE"/>
            </a:br>
            <a:endParaRPr/>
          </a:p>
        </p:txBody>
      </p:sp>
      <p:sp>
        <p:nvSpPr>
          <p:cNvPr id="187" name="Google Shape;187;p9"/>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188" name="Google Shape;188;p9"/>
          <p:cNvSpPr/>
          <p:nvPr/>
        </p:nvSpPr>
        <p:spPr>
          <a:xfrm>
            <a:off x="570310" y="964460"/>
            <a:ext cx="7512518"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chemeClr val="dk1"/>
                </a:solidFill>
                <a:latin typeface="Arial"/>
                <a:ea typeface="Arial"/>
                <a:cs typeface="Arial"/>
                <a:sym typeface="Arial"/>
              </a:rPr>
              <a:t>UDP (User Datagram Protocol)</a:t>
            </a:r>
            <a:r>
              <a:rPr lang="de-DE" sz="1600">
                <a:solidFill>
                  <a:schemeClr val="dk1"/>
                </a:solidFill>
                <a:latin typeface="Arial"/>
                <a:ea typeface="Arial"/>
                <a:cs typeface="Arial"/>
                <a:sym typeface="Arial"/>
              </a:rPr>
              <a:t> - предоставляет прикладным процессам транспортные услуги</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a:solidFill>
                  <a:schemeClr val="dk1"/>
                </a:solidFill>
                <a:latin typeface="Arial"/>
                <a:ea typeface="Arial"/>
                <a:cs typeface="Arial"/>
                <a:sym typeface="Arial"/>
              </a:rPr>
              <a:t>Очень быстрый протокол, поскольку в нем определен самый минимальный механизм, необходимый для передачи данных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a:solidFill>
                  <a:schemeClr val="dk1"/>
                </a:solidFill>
                <a:latin typeface="Arial"/>
                <a:ea typeface="Arial"/>
                <a:cs typeface="Arial"/>
                <a:sym typeface="Arial"/>
              </a:rPr>
              <a:t>Доставка сообщений UDP вовсе не гарантируется, сообщение может потеряться, и могут быть получены две копии одного и того же сообщения. UDP не отправляет подтверждающие сообщения</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a:solidFill>
                  <a:schemeClr val="dk1"/>
                </a:solidFill>
                <a:latin typeface="Arial"/>
                <a:ea typeface="Arial"/>
                <a:cs typeface="Arial"/>
                <a:sym typeface="Arial"/>
              </a:rPr>
              <a:t>UDP не требует открывать соединение, и данные могут быть отправлены сразу же, как только они подготовлены </a:t>
            </a:r>
            <a:endParaRPr sz="16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600"/>
              <a:buFont typeface="Arial"/>
              <a:buChar char="•"/>
            </a:pPr>
            <a:r>
              <a:rPr lang="de-DE" sz="1600">
                <a:solidFill>
                  <a:schemeClr val="dk1"/>
                </a:solidFill>
                <a:latin typeface="Arial"/>
                <a:ea typeface="Arial"/>
                <a:cs typeface="Arial"/>
                <a:sym typeface="Arial"/>
              </a:rPr>
              <a:t>Если при использовании UDP требуется надежная передача данных, ее следует реализовать в протоколе более высокого уровня</a:t>
            </a:r>
            <a:endParaRPr sz="16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Прикладной уровень. HTTP</a:t>
            </a:r>
            <a:br>
              <a:rPr b="0" lang="de-DE"/>
            </a:br>
            <a:br>
              <a:rPr lang="de-DE"/>
            </a:br>
            <a:endParaRPr/>
          </a:p>
        </p:txBody>
      </p:sp>
      <p:sp>
        <p:nvSpPr>
          <p:cNvPr id="194" name="Google Shape;194;p10"/>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195" name="Google Shape;195;p10"/>
          <p:cNvSpPr/>
          <p:nvPr/>
        </p:nvSpPr>
        <p:spPr>
          <a:xfrm>
            <a:off x="749703" y="1539495"/>
            <a:ext cx="7512518" cy="19697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HTTP</a:t>
            </a:r>
            <a:r>
              <a:rPr lang="de-DE" sz="1800">
                <a:solidFill>
                  <a:schemeClr val="dk1"/>
                </a:solidFill>
                <a:latin typeface="Arial"/>
                <a:ea typeface="Arial"/>
                <a:cs typeface="Arial"/>
                <a:sym typeface="Arial"/>
              </a:rPr>
              <a:t> (HyperText Transfer Protocol — «протокол передачи гипертекста») — протокол прикладного уровня передачи данных изначально — в виде гипертекстовых документов в формате «HTML», в настоящий момент используется для передачи произвольных данных</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de-DE"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CRUD методы</a:t>
            </a:r>
            <a:br>
              <a:rPr b="0" lang="de-DE"/>
            </a:br>
            <a:br>
              <a:rPr lang="de-DE"/>
            </a:br>
            <a:endParaRPr/>
          </a:p>
        </p:txBody>
      </p:sp>
      <p:sp>
        <p:nvSpPr>
          <p:cNvPr id="201" name="Google Shape;201;p11"/>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02" name="Google Shape;202;p11"/>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graphicFrame>
        <p:nvGraphicFramePr>
          <p:cNvPr id="203" name="Google Shape;203;p11"/>
          <p:cNvGraphicFramePr/>
          <p:nvPr/>
        </p:nvGraphicFramePr>
        <p:xfrm>
          <a:off x="910885" y="1460262"/>
          <a:ext cx="3000000" cy="3000000"/>
        </p:xfrm>
        <a:graphic>
          <a:graphicData uri="http://schemas.openxmlformats.org/drawingml/2006/table">
            <a:tbl>
              <a:tblPr bandRow="1" firstRow="1">
                <a:noFill/>
                <a:tableStyleId>{2BF22CF7-E94B-4916-8808-7E65A5FAE9AC}</a:tableStyleId>
              </a:tblPr>
              <a:tblGrid>
                <a:gridCol w="3706300"/>
                <a:gridCol w="3706300"/>
              </a:tblGrid>
              <a:tr h="582325">
                <a:tc>
                  <a:txBody>
                    <a:bodyPr/>
                    <a:lstStyle/>
                    <a:p>
                      <a:pPr indent="0" lvl="0" marL="0" marR="0" rtl="0" algn="l">
                        <a:spcBef>
                          <a:spcPts val="0"/>
                        </a:spcBef>
                        <a:spcAft>
                          <a:spcPts val="0"/>
                        </a:spcAft>
                        <a:buNone/>
                      </a:pPr>
                      <a:r>
                        <a:rPr b="1" lang="de-DE" sz="2800" u="none" cap="none" strike="noStrike">
                          <a:solidFill>
                            <a:srgbClr val="008118"/>
                          </a:solidFill>
                        </a:rPr>
                        <a:t>C</a:t>
                      </a:r>
                      <a:r>
                        <a:rPr lang="de-DE" sz="2800" u="none" cap="none" strike="noStrike"/>
                        <a:t>reate (POST)</a:t>
                      </a:r>
                      <a:endParaRPr sz="2800"/>
                    </a:p>
                  </a:txBody>
                  <a:tcPr marT="45725" marB="45725" marR="91450" marL="91450"/>
                </a:tc>
                <a:tc>
                  <a:txBody>
                    <a:bodyPr/>
                    <a:lstStyle/>
                    <a:p>
                      <a:pPr indent="0" lvl="0" marL="0" marR="0" rtl="0" algn="l">
                        <a:spcBef>
                          <a:spcPts val="0"/>
                        </a:spcBef>
                        <a:spcAft>
                          <a:spcPts val="0"/>
                        </a:spcAft>
                        <a:buNone/>
                      </a:pPr>
                      <a:r>
                        <a:rPr lang="de-DE" sz="2800"/>
                        <a:t>-  создание</a:t>
                      </a:r>
                      <a:endParaRPr b="1" sz="2800"/>
                    </a:p>
                  </a:txBody>
                  <a:tcPr marT="45725" marB="45725" marR="91450" marL="91450"/>
                </a:tc>
              </a:tr>
              <a:tr h="582325">
                <a:tc>
                  <a:txBody>
                    <a:bodyPr/>
                    <a:lstStyle/>
                    <a:p>
                      <a:pPr indent="0" lvl="0" marL="0" marR="0" rtl="0" algn="l">
                        <a:spcBef>
                          <a:spcPts val="0"/>
                        </a:spcBef>
                        <a:spcAft>
                          <a:spcPts val="0"/>
                        </a:spcAft>
                        <a:buNone/>
                      </a:pPr>
                      <a:r>
                        <a:rPr b="1" lang="de-DE" sz="2800">
                          <a:solidFill>
                            <a:srgbClr val="008118"/>
                          </a:solidFill>
                        </a:rPr>
                        <a:t>R</a:t>
                      </a:r>
                      <a:r>
                        <a:rPr lang="de-DE" sz="2800"/>
                        <a:t>ead (GET) </a:t>
                      </a:r>
                      <a:endParaRPr sz="2800"/>
                    </a:p>
                  </a:txBody>
                  <a:tcPr marT="45725" marB="45725" marR="91450" marL="91450"/>
                </a:tc>
                <a:tc>
                  <a:txBody>
                    <a:bodyPr/>
                    <a:lstStyle/>
                    <a:p>
                      <a:pPr indent="0" lvl="0" marL="0" marR="0" rtl="0" algn="l">
                        <a:lnSpc>
                          <a:spcPct val="100000"/>
                        </a:lnSpc>
                        <a:spcBef>
                          <a:spcPts val="0"/>
                        </a:spcBef>
                        <a:spcAft>
                          <a:spcPts val="0"/>
                        </a:spcAft>
                        <a:buClr>
                          <a:schemeClr val="dk1"/>
                        </a:buClr>
                        <a:buSzPts val="2800"/>
                        <a:buFont typeface="Arial"/>
                        <a:buNone/>
                      </a:pPr>
                      <a:r>
                        <a:rPr lang="de-DE" sz="2800"/>
                        <a:t>-  чтение</a:t>
                      </a:r>
                      <a:endParaRPr/>
                    </a:p>
                  </a:txBody>
                  <a:tcPr marT="45725" marB="45725" marR="91450" marL="91450"/>
                </a:tc>
              </a:tr>
              <a:tr h="582325">
                <a:tc>
                  <a:txBody>
                    <a:bodyPr/>
                    <a:lstStyle/>
                    <a:p>
                      <a:pPr indent="0" lvl="0" marL="0" marR="0" rtl="0" algn="l">
                        <a:spcBef>
                          <a:spcPts val="0"/>
                        </a:spcBef>
                        <a:spcAft>
                          <a:spcPts val="0"/>
                        </a:spcAft>
                        <a:buNone/>
                      </a:pPr>
                      <a:r>
                        <a:rPr b="1" lang="de-DE" sz="2800">
                          <a:solidFill>
                            <a:srgbClr val="008118"/>
                          </a:solidFill>
                        </a:rPr>
                        <a:t>U</a:t>
                      </a:r>
                      <a:r>
                        <a:rPr lang="de-DE" sz="2800"/>
                        <a:t>pdate (PUT) </a:t>
                      </a:r>
                      <a:endParaRPr sz="2800"/>
                    </a:p>
                  </a:txBody>
                  <a:tcPr marT="45725" marB="45725" marR="91450" marL="91450"/>
                </a:tc>
                <a:tc>
                  <a:txBody>
                    <a:bodyPr/>
                    <a:lstStyle/>
                    <a:p>
                      <a:pPr indent="0" lvl="0" marL="0" marR="0" rtl="0" algn="l">
                        <a:spcBef>
                          <a:spcPts val="0"/>
                        </a:spcBef>
                        <a:spcAft>
                          <a:spcPts val="0"/>
                        </a:spcAft>
                        <a:buNone/>
                      </a:pPr>
                      <a:r>
                        <a:rPr lang="de-DE" sz="2800"/>
                        <a:t>-  обновление</a:t>
                      </a:r>
                      <a:endParaRPr b="1" sz="2800"/>
                    </a:p>
                  </a:txBody>
                  <a:tcPr marT="45725" marB="45725" marR="91450" marL="91450"/>
                </a:tc>
              </a:tr>
              <a:tr h="582325">
                <a:tc>
                  <a:txBody>
                    <a:bodyPr/>
                    <a:lstStyle/>
                    <a:p>
                      <a:pPr indent="0" lvl="0" marL="0" marR="0" rtl="0" algn="l">
                        <a:spcBef>
                          <a:spcPts val="0"/>
                        </a:spcBef>
                        <a:spcAft>
                          <a:spcPts val="0"/>
                        </a:spcAft>
                        <a:buNone/>
                      </a:pPr>
                      <a:r>
                        <a:rPr b="1" lang="de-DE" sz="2800">
                          <a:solidFill>
                            <a:srgbClr val="008118"/>
                          </a:solidFill>
                        </a:rPr>
                        <a:t>D</a:t>
                      </a:r>
                      <a:r>
                        <a:rPr lang="de-DE" sz="2800"/>
                        <a:t>elete (DELETE) </a:t>
                      </a:r>
                      <a:endParaRPr sz="2800"/>
                    </a:p>
                  </a:txBody>
                  <a:tcPr marT="45725" marB="45725" marR="91450" marL="91450"/>
                </a:tc>
                <a:tc>
                  <a:txBody>
                    <a:bodyPr/>
                    <a:lstStyle/>
                    <a:p>
                      <a:pPr indent="0" lvl="0" marL="0" marR="0" rtl="0" algn="l">
                        <a:lnSpc>
                          <a:spcPct val="100000"/>
                        </a:lnSpc>
                        <a:spcBef>
                          <a:spcPts val="0"/>
                        </a:spcBef>
                        <a:spcAft>
                          <a:spcPts val="0"/>
                        </a:spcAft>
                        <a:buClr>
                          <a:schemeClr val="dk1"/>
                        </a:buClr>
                        <a:buSzPts val="2800"/>
                        <a:buFont typeface="Arial"/>
                        <a:buNone/>
                      </a:pPr>
                      <a:r>
                        <a:rPr lang="de-DE" sz="2800"/>
                        <a:t>-  удаление</a:t>
                      </a:r>
                      <a:endParaRPr/>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Другие методы</a:t>
            </a:r>
            <a:br>
              <a:rPr b="0" lang="de-DE"/>
            </a:br>
            <a:br>
              <a:rPr lang="de-DE"/>
            </a:br>
            <a:endParaRPr/>
          </a:p>
        </p:txBody>
      </p:sp>
      <p:sp>
        <p:nvSpPr>
          <p:cNvPr id="209" name="Google Shape;209;p12"/>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10" name="Google Shape;210;p12"/>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sp>
        <p:nvSpPr>
          <p:cNvPr id="211" name="Google Shape;211;p12"/>
          <p:cNvSpPr/>
          <p:nvPr/>
        </p:nvSpPr>
        <p:spPr>
          <a:xfrm>
            <a:off x="857838" y="1265515"/>
            <a:ext cx="6961695" cy="193899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00"/>
              </a:buClr>
              <a:buSzPts val="2400"/>
              <a:buFont typeface="Arial"/>
              <a:buChar char="•"/>
            </a:pPr>
            <a:r>
              <a:rPr lang="de-DE" sz="2400">
                <a:solidFill>
                  <a:srgbClr val="000000"/>
                </a:solidFill>
                <a:latin typeface="Roboto"/>
                <a:ea typeface="Roboto"/>
                <a:cs typeface="Roboto"/>
                <a:sym typeface="Roboto"/>
              </a:rPr>
              <a:t>HEAD</a:t>
            </a:r>
            <a:endParaRPr/>
          </a:p>
          <a:p>
            <a:pPr indent="-342900" lvl="0" marL="342900" marR="0" rtl="0" algn="l">
              <a:spcBef>
                <a:spcPts val="0"/>
              </a:spcBef>
              <a:spcAft>
                <a:spcPts val="0"/>
              </a:spcAft>
              <a:buClr>
                <a:srgbClr val="000000"/>
              </a:buClr>
              <a:buSzPts val="2400"/>
              <a:buFont typeface="Arial"/>
              <a:buChar char="•"/>
            </a:pPr>
            <a:r>
              <a:rPr lang="de-DE" sz="2400">
                <a:solidFill>
                  <a:srgbClr val="000000"/>
                </a:solidFill>
                <a:latin typeface="Roboto"/>
                <a:ea typeface="Roboto"/>
                <a:cs typeface="Roboto"/>
                <a:sym typeface="Roboto"/>
              </a:rPr>
              <a:t>TRACE</a:t>
            </a:r>
            <a:endParaRPr/>
          </a:p>
          <a:p>
            <a:pPr indent="-342900" lvl="0" marL="342900" marR="0" rtl="0" algn="l">
              <a:spcBef>
                <a:spcPts val="0"/>
              </a:spcBef>
              <a:spcAft>
                <a:spcPts val="0"/>
              </a:spcAft>
              <a:buClr>
                <a:srgbClr val="000000"/>
              </a:buClr>
              <a:buSzPts val="2400"/>
              <a:buFont typeface="Arial"/>
              <a:buChar char="•"/>
            </a:pPr>
            <a:r>
              <a:rPr lang="de-DE" sz="2400">
                <a:solidFill>
                  <a:srgbClr val="000000"/>
                </a:solidFill>
                <a:latin typeface="Roboto"/>
                <a:ea typeface="Roboto"/>
                <a:cs typeface="Roboto"/>
                <a:sym typeface="Roboto"/>
              </a:rPr>
              <a:t>OPTIONS</a:t>
            </a:r>
            <a:endParaRPr/>
          </a:p>
          <a:p>
            <a:pPr indent="-342900" lvl="0" marL="342900" marR="0" rtl="0" algn="l">
              <a:spcBef>
                <a:spcPts val="0"/>
              </a:spcBef>
              <a:spcAft>
                <a:spcPts val="0"/>
              </a:spcAft>
              <a:buClr>
                <a:srgbClr val="000000"/>
              </a:buClr>
              <a:buSzPts val="2400"/>
              <a:buFont typeface="Arial"/>
              <a:buChar char="•"/>
            </a:pPr>
            <a:r>
              <a:rPr lang="de-DE" sz="2400">
                <a:solidFill>
                  <a:srgbClr val="000000"/>
                </a:solidFill>
                <a:latin typeface="Roboto"/>
                <a:ea typeface="Roboto"/>
                <a:cs typeface="Roboto"/>
                <a:sym typeface="Roboto"/>
              </a:rPr>
              <a:t>CONNECT</a:t>
            </a:r>
            <a:endParaRPr/>
          </a:p>
          <a:p>
            <a:pPr indent="-342900" lvl="0" marL="342900" marR="0" rtl="0" algn="l">
              <a:spcBef>
                <a:spcPts val="0"/>
              </a:spcBef>
              <a:spcAft>
                <a:spcPts val="0"/>
              </a:spcAft>
              <a:buClr>
                <a:srgbClr val="000000"/>
              </a:buClr>
              <a:buSzPts val="2400"/>
              <a:buFont typeface="Arial"/>
              <a:buChar char="•"/>
            </a:pPr>
            <a:r>
              <a:rPr lang="de-DE" sz="2400">
                <a:solidFill>
                  <a:srgbClr val="000000"/>
                </a:solidFill>
                <a:latin typeface="Roboto"/>
                <a:ea typeface="Roboto"/>
                <a:cs typeface="Roboto"/>
                <a:sym typeface="Roboto"/>
              </a:rPr>
              <a:t>другие</a:t>
            </a:r>
            <a:endParaRPr sz="2400">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Коды ответов</a:t>
            </a:r>
            <a:br>
              <a:rPr b="0" lang="de-DE"/>
            </a:br>
            <a:br>
              <a:rPr lang="de-DE"/>
            </a:br>
            <a:endParaRPr/>
          </a:p>
        </p:txBody>
      </p:sp>
      <p:sp>
        <p:nvSpPr>
          <p:cNvPr id="217" name="Google Shape;217;p13"/>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18" name="Google Shape;218;p13"/>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graphicFrame>
        <p:nvGraphicFramePr>
          <p:cNvPr id="219" name="Google Shape;219;p13"/>
          <p:cNvGraphicFramePr/>
          <p:nvPr/>
        </p:nvGraphicFramePr>
        <p:xfrm>
          <a:off x="570310" y="916285"/>
          <a:ext cx="3000000" cy="3000000"/>
        </p:xfrm>
        <a:graphic>
          <a:graphicData uri="http://schemas.openxmlformats.org/drawingml/2006/table">
            <a:tbl>
              <a:tblPr bandRow="1" firstRow="1">
                <a:noFill/>
                <a:tableStyleId>{508ED442-FACC-44E1-A4B2-C3EDB432DE4F}</a:tableStyleId>
              </a:tblPr>
              <a:tblGrid>
                <a:gridCol w="3525850"/>
                <a:gridCol w="4177600"/>
              </a:tblGrid>
              <a:tr h="615325">
                <a:tc>
                  <a:txBody>
                    <a:bodyPr/>
                    <a:lstStyle/>
                    <a:p>
                      <a:pPr indent="0" lvl="0" marL="0" marR="0" rtl="0" algn="ctr">
                        <a:spcBef>
                          <a:spcPts val="0"/>
                        </a:spcBef>
                        <a:spcAft>
                          <a:spcPts val="0"/>
                        </a:spcAft>
                        <a:buNone/>
                      </a:pPr>
                      <a:r>
                        <a:rPr b="1" i="0" lang="de-DE" sz="1800" u="none" strike="noStrike">
                          <a:solidFill>
                            <a:schemeClr val="lt1"/>
                          </a:solidFill>
                          <a:latin typeface="Arial"/>
                          <a:ea typeface="Arial"/>
                          <a:cs typeface="Arial"/>
                          <a:sym typeface="Arial"/>
                        </a:rPr>
                        <a:t>назначение</a:t>
                      </a:r>
                      <a:endParaRPr sz="1800"/>
                    </a:p>
                  </a:txBody>
                  <a:tcPr marT="45725" marB="45725" marR="91450" marL="91450"/>
                </a:tc>
                <a:tc>
                  <a:txBody>
                    <a:bodyPr/>
                    <a:lstStyle/>
                    <a:p>
                      <a:pPr indent="0" lvl="0" marL="0" marR="0" rtl="0" algn="ctr">
                        <a:spcBef>
                          <a:spcPts val="0"/>
                        </a:spcBef>
                        <a:spcAft>
                          <a:spcPts val="0"/>
                        </a:spcAft>
                        <a:buNone/>
                      </a:pPr>
                      <a:r>
                        <a:rPr b="1" i="0" lang="de-DE" sz="1800" u="none" strike="noStrike">
                          <a:solidFill>
                            <a:schemeClr val="lt1"/>
                          </a:solidFill>
                          <a:latin typeface="Arial"/>
                          <a:ea typeface="Arial"/>
                          <a:cs typeface="Arial"/>
                          <a:sym typeface="Arial"/>
                        </a:rPr>
                        <a:t>коды</a:t>
                      </a:r>
                      <a:endParaRPr sz="1800"/>
                    </a:p>
                  </a:txBody>
                  <a:tcPr marT="45725" marB="45725" marR="91450" marL="91450"/>
                </a:tc>
              </a:tr>
              <a:tr h="615325">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Информационные</a:t>
                      </a:r>
                      <a:endParaRPr sz="1800"/>
                    </a:p>
                  </a:txBody>
                  <a:tcPr marT="45725" marB="45725" marR="91450" marL="91450"/>
                </a:tc>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100, 101, 102</a:t>
                      </a:r>
                      <a:endParaRPr b="0" sz="1800"/>
                    </a:p>
                  </a:txBody>
                  <a:tcPr marT="45725" marB="45725" marR="91450" marL="91450"/>
                </a:tc>
              </a:tr>
              <a:tr h="615325">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Успешные</a:t>
                      </a:r>
                      <a:endParaRPr sz="1800"/>
                    </a:p>
                  </a:txBody>
                  <a:tcPr marT="45725" marB="45725" marR="91450" marL="91450"/>
                </a:tc>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200, 201, 202, 203. 204, 205, 206</a:t>
                      </a:r>
                      <a:endParaRPr sz="1800"/>
                    </a:p>
                  </a:txBody>
                  <a:tcPr marT="45725" marB="45725" marR="91450" marL="91450"/>
                </a:tc>
              </a:tr>
              <a:tr h="615325">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Перенаправления</a:t>
                      </a:r>
                      <a:endParaRPr sz="1800"/>
                    </a:p>
                  </a:txBody>
                  <a:tcPr marT="45725" marB="45725" marR="91450" marL="91450"/>
                </a:tc>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300, 301, 302, 303, 304, 305….308</a:t>
                      </a:r>
                      <a:endParaRPr sz="1800"/>
                    </a:p>
                  </a:txBody>
                  <a:tcPr marT="45725" marB="45725" marR="91450" marL="91450"/>
                </a:tc>
              </a:tr>
              <a:tr h="615325">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Ошибка на стороне клиента</a:t>
                      </a:r>
                      <a:endParaRPr b="0" sz="1800"/>
                    </a:p>
                  </a:txBody>
                  <a:tcPr marT="45725" marB="45725" marR="91450" marL="91450"/>
                </a:tc>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400, 401, 402, 403, 404, 405….417</a:t>
                      </a:r>
                      <a:endParaRPr sz="1800"/>
                    </a:p>
                  </a:txBody>
                  <a:tcPr marT="45725" marB="45725" marR="91450" marL="91450"/>
                </a:tc>
              </a:tr>
              <a:tr h="615325">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Ошибка на стороне сервера</a:t>
                      </a:r>
                      <a:endParaRPr b="0" sz="1800"/>
                    </a:p>
                  </a:txBody>
                  <a:tcPr marT="45725" marB="45725" marR="91450" marL="91450"/>
                </a:tc>
                <a:tc>
                  <a:txBody>
                    <a:bodyPr/>
                    <a:lstStyle/>
                    <a:p>
                      <a:pPr indent="0" lvl="0" marL="0" marR="0" rtl="0" algn="l">
                        <a:spcBef>
                          <a:spcPts val="0"/>
                        </a:spcBef>
                        <a:spcAft>
                          <a:spcPts val="0"/>
                        </a:spcAft>
                        <a:buNone/>
                      </a:pPr>
                      <a:r>
                        <a:rPr b="0" i="0" lang="de-DE" sz="1800" u="none" strike="noStrike">
                          <a:solidFill>
                            <a:schemeClr val="dk1"/>
                          </a:solidFill>
                          <a:latin typeface="Arial"/>
                          <a:ea typeface="Arial"/>
                          <a:cs typeface="Arial"/>
                          <a:sym typeface="Arial"/>
                        </a:rPr>
                        <a:t>500, 501, 502, 503, 504, 505</a:t>
                      </a:r>
                      <a:endParaRPr b="0" sz="1800"/>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4"/>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Структура запроса</a:t>
            </a:r>
            <a:br>
              <a:rPr b="0" lang="de-DE"/>
            </a:br>
            <a:br>
              <a:rPr lang="de-DE"/>
            </a:br>
            <a:endParaRPr/>
          </a:p>
        </p:txBody>
      </p:sp>
      <p:sp>
        <p:nvSpPr>
          <p:cNvPr id="225" name="Google Shape;225;p14"/>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26" name="Google Shape;226;p14"/>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sp>
        <p:nvSpPr>
          <p:cNvPr id="227" name="Google Shape;227;p14"/>
          <p:cNvSpPr/>
          <p:nvPr/>
        </p:nvSpPr>
        <p:spPr>
          <a:xfrm>
            <a:off x="999241" y="1385595"/>
            <a:ext cx="4666270" cy="113877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Request line (Строка запроса)</a:t>
            </a:r>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Headers (Заголовки)</a:t>
            </a:r>
            <a:endParaRPr/>
          </a:p>
          <a:p>
            <a:pPr indent="0" lvl="0" marL="457200" marR="0" rtl="0" algn="l">
              <a:spcBef>
                <a:spcPts val="0"/>
              </a:spcBef>
              <a:spcAft>
                <a:spcPts val="0"/>
              </a:spcAft>
              <a:buNone/>
            </a:pPr>
            <a:r>
              <a:rPr lang="de-DE" sz="1400">
                <a:solidFill>
                  <a:srgbClr val="000000"/>
                </a:solidFill>
                <a:latin typeface="Roboto"/>
                <a:ea typeface="Roboto"/>
                <a:cs typeface="Roboto"/>
                <a:sym typeface="Roboto"/>
              </a:rPr>
              <a:t>(пустая строка, отделяющая заголовки от тела)</a:t>
            </a:r>
            <a:endParaRPr sz="1800">
              <a:solidFill>
                <a:schemeClr val="dk1"/>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Body (Тело, может быть пустое)</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Пример запроса</a:t>
            </a:r>
            <a:br>
              <a:rPr b="0" lang="de-DE"/>
            </a:br>
            <a:br>
              <a:rPr lang="de-DE"/>
            </a:br>
            <a:endParaRPr/>
          </a:p>
        </p:txBody>
      </p:sp>
      <p:sp>
        <p:nvSpPr>
          <p:cNvPr id="233" name="Google Shape;233;p15"/>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34" name="Google Shape;234;p15"/>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pic>
        <p:nvPicPr>
          <p:cNvPr descr="https://lh6.googleusercontent.com/2sufc3eFQMIJEtuTO4a59Qn0aMf9K-qp_H8Q3F_heu6LrE6rXkDfXLhXTmJ2bze6dj7Ke5tXGJ9F9ZdNA5ziWMtJbKcfGVMoKgMnSODixPyGNhxPWFRWlonCwfBTZeyGIudw-N2Sf_E" id="235" name="Google Shape;235;p15"/>
          <p:cNvPicPr preferRelativeResize="0"/>
          <p:nvPr/>
        </p:nvPicPr>
        <p:blipFill rotWithShape="1">
          <a:blip r:embed="rId3">
            <a:alphaModFix/>
          </a:blip>
          <a:srcRect b="0" l="0" r="0" t="0"/>
          <a:stretch/>
        </p:blipFill>
        <p:spPr>
          <a:xfrm>
            <a:off x="282575" y="1315749"/>
            <a:ext cx="8367744" cy="2819013"/>
          </a:xfrm>
          <a:prstGeom prst="rect">
            <a:avLst/>
          </a:prstGeom>
          <a:noFill/>
          <a:ln>
            <a:noFill/>
          </a:ln>
        </p:spPr>
      </p:pic>
      <p:sp>
        <p:nvSpPr>
          <p:cNvPr id="236" name="Google Shape;236;p15"/>
          <p:cNvSpPr/>
          <p:nvPr/>
        </p:nvSpPr>
        <p:spPr>
          <a:xfrm>
            <a:off x="4109475" y="1957800"/>
            <a:ext cx="462600" cy="37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Структура ответа</a:t>
            </a:r>
            <a:br>
              <a:rPr b="0" lang="de-DE"/>
            </a:br>
            <a:br>
              <a:rPr lang="de-DE"/>
            </a:br>
            <a:endParaRPr/>
          </a:p>
        </p:txBody>
      </p:sp>
      <p:sp>
        <p:nvSpPr>
          <p:cNvPr id="242" name="Google Shape;242;p16"/>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43" name="Google Shape;243;p16"/>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sp>
        <p:nvSpPr>
          <p:cNvPr id="244" name="Google Shape;244;p16"/>
          <p:cNvSpPr/>
          <p:nvPr/>
        </p:nvSpPr>
        <p:spPr>
          <a:xfrm>
            <a:off x="881406" y="1327071"/>
            <a:ext cx="6528062"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Status line (Строка запроса)</a:t>
            </a:r>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Headers (Заголовки)</a:t>
            </a:r>
            <a:endParaRPr/>
          </a:p>
          <a:p>
            <a:pPr indent="-285750" lvl="0" marL="7429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(пустая строка, отделяющая заголовки от тела)</a:t>
            </a:r>
            <a:endParaRPr sz="1800">
              <a:solidFill>
                <a:schemeClr val="dk1"/>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Body (Тело, может быть пустое)</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HTTP. Пример ответа</a:t>
            </a:r>
            <a:br>
              <a:rPr b="0" lang="de-DE"/>
            </a:br>
            <a:br>
              <a:rPr lang="de-DE"/>
            </a:br>
            <a:endParaRPr/>
          </a:p>
        </p:txBody>
      </p:sp>
      <p:sp>
        <p:nvSpPr>
          <p:cNvPr id="250" name="Google Shape;250;p17"/>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51" name="Google Shape;251;p17"/>
          <p:cNvSpPr/>
          <p:nvPr/>
        </p:nvSpPr>
        <p:spPr>
          <a:xfrm>
            <a:off x="810977" y="2465844"/>
            <a:ext cx="7512518"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a:p>
            <a:pPr indent="0" lvl="0" marL="0" marR="0" rtl="0" algn="l">
              <a:spcBef>
                <a:spcPts val="0"/>
              </a:spcBef>
              <a:spcAft>
                <a:spcPts val="0"/>
              </a:spcAft>
              <a:buNone/>
            </a:pPr>
            <a:br>
              <a:rPr lang="de-DE" sz="2800">
                <a:solidFill>
                  <a:schemeClr val="dk1"/>
                </a:solidFill>
                <a:latin typeface="Arial"/>
                <a:ea typeface="Arial"/>
                <a:cs typeface="Arial"/>
                <a:sym typeface="Arial"/>
              </a:rPr>
            </a:br>
            <a:endParaRPr sz="2800">
              <a:solidFill>
                <a:schemeClr val="dk1"/>
              </a:solidFill>
              <a:latin typeface="Arial"/>
              <a:ea typeface="Arial"/>
              <a:cs typeface="Arial"/>
              <a:sym typeface="Arial"/>
            </a:endParaRPr>
          </a:p>
        </p:txBody>
      </p:sp>
      <p:pic>
        <p:nvPicPr>
          <p:cNvPr descr="https://lh4.googleusercontent.com/PqloVhXa86XTLAPa8QN7wr5XSDv4V-VxybMNzxFuRLa-pzSIYoYoHpHfSpX1b63iTzRiAAUgY8d8lNRVIRNGcFTqFej18JhpD52ZbcYKjrsubTJq5rG7yeX8Fbq487KQOtzGge3iHrU" id="252" name="Google Shape;252;p17"/>
          <p:cNvPicPr preferRelativeResize="0"/>
          <p:nvPr/>
        </p:nvPicPr>
        <p:blipFill rotWithShape="1">
          <a:blip r:embed="rId3">
            <a:alphaModFix/>
          </a:blip>
          <a:srcRect b="0" l="0" r="0" t="0"/>
          <a:stretch/>
        </p:blipFill>
        <p:spPr>
          <a:xfrm>
            <a:off x="429023" y="1287084"/>
            <a:ext cx="7725780" cy="29300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8"/>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Инструменты для анализа сетевого трафика</a:t>
            </a:r>
            <a:endParaRPr/>
          </a:p>
        </p:txBody>
      </p:sp>
      <p:sp>
        <p:nvSpPr>
          <p:cNvPr id="258" name="Google Shape;258;p18"/>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59" name="Google Shape;259;p18"/>
          <p:cNvSpPr/>
          <p:nvPr/>
        </p:nvSpPr>
        <p:spPr>
          <a:xfrm>
            <a:off x="890337" y="1385510"/>
            <a:ext cx="6328610"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Wireshark</a:t>
            </a:r>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Fidler</a:t>
            </a:r>
            <a:endParaRPr sz="1800">
              <a:solidFill>
                <a:srgbClr val="000000"/>
              </a:solidFill>
              <a:latin typeface="Roboto"/>
              <a:ea typeface="Roboto"/>
              <a:cs typeface="Roboto"/>
              <a:sym typeface="Roboto"/>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Development tools</a:t>
            </a:r>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tcpdump</a:t>
            </a:r>
            <a:endParaRPr sz="1800">
              <a:solidFill>
                <a:srgbClr val="000000"/>
              </a:solidFill>
              <a:latin typeface="Roboto"/>
              <a:ea typeface="Roboto"/>
              <a:cs typeface="Roboto"/>
              <a:sym typeface="Roboto"/>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Ngrep</a:t>
            </a:r>
            <a:endParaRPr sz="1800">
              <a:solidFill>
                <a:srgbClr val="000000"/>
              </a:solidFill>
              <a:latin typeface="Roboto"/>
              <a:ea typeface="Roboto"/>
              <a:cs typeface="Roboto"/>
              <a:sym typeface="Roboto"/>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другие</a:t>
            </a:r>
            <a:endParaRPr sz="1800">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9"/>
          <p:cNvSpPr txBox="1"/>
          <p:nvPr>
            <p:ph type="ctrTitle"/>
          </p:nvPr>
        </p:nvSpPr>
        <p:spPr>
          <a:xfrm>
            <a:off x="430306" y="754768"/>
            <a:ext cx="5999069" cy="1790700"/>
          </a:xfrm>
          <a:prstGeom prst="rect">
            <a:avLst/>
          </a:prstGeom>
          <a:noFill/>
          <a:ln>
            <a:noFill/>
          </a:ln>
        </p:spPr>
        <p:txBody>
          <a:bodyPr anchorCtr="0" anchor="b" bIns="0" lIns="0" spcFirstLastPara="1" rIns="0" wrap="square" tIns="0">
            <a:normAutofit fontScale="90000"/>
          </a:bodyPr>
          <a:lstStyle/>
          <a:p>
            <a:pPr indent="0" lvl="0" marL="108000" rtl="0" algn="l">
              <a:lnSpc>
                <a:spcPct val="123000"/>
              </a:lnSpc>
              <a:spcBef>
                <a:spcPts val="0"/>
              </a:spcBef>
              <a:spcAft>
                <a:spcPts val="0"/>
              </a:spcAft>
              <a:buClr>
                <a:schemeClr val="dk1"/>
              </a:buClr>
              <a:buSzPct val="100000"/>
              <a:buFont typeface="Arial"/>
              <a:buNone/>
            </a:pPr>
            <a:r>
              <a:rPr b="0" lang="de-DE">
                <a:solidFill>
                  <a:schemeClr val="dk1"/>
                </a:solidFill>
              </a:rPr>
              <a:t>Особенности тестирования Web-приложений</a:t>
            </a:r>
            <a:endParaRPr b="0">
              <a:solidFill>
                <a:schemeClr val="dk1"/>
              </a:solidFill>
            </a:endParaRPr>
          </a:p>
        </p:txBody>
      </p:sp>
      <p:sp>
        <p:nvSpPr>
          <p:cNvPr id="266" name="Google Shape;266;p19"/>
          <p:cNvSpPr txBox="1"/>
          <p:nvPr>
            <p:ph idx="2" type="body"/>
          </p:nvPr>
        </p:nvSpPr>
        <p:spPr>
          <a:xfrm>
            <a:off x="5599809" y="933281"/>
            <a:ext cx="3103500" cy="3232500"/>
          </a:xfrm>
          <a:prstGeom prst="rect">
            <a:avLst/>
          </a:prstGeom>
          <a:noFill/>
          <a:ln>
            <a:noFill/>
          </a:ln>
        </p:spPr>
        <p:txBody>
          <a:bodyPr anchorCtr="0" anchor="t" bIns="0" lIns="0" spcFirstLastPara="1" rIns="0" wrap="square" tIns="0">
            <a:spAutoFit/>
          </a:bodyPr>
          <a:lstStyle/>
          <a:p>
            <a:pPr indent="0" lvl="0" marL="0" rtl="0" algn="ctr">
              <a:lnSpc>
                <a:spcPct val="123000"/>
              </a:lnSpc>
              <a:spcBef>
                <a:spcPts val="0"/>
              </a:spcBef>
              <a:spcAft>
                <a:spcPts val="1200"/>
              </a:spcAft>
              <a:buSzPts val="21000"/>
              <a:buNone/>
            </a:pPr>
            <a:r>
              <a:rPr lang="de-DE"/>
              <a:t>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0"/>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Особенности тестирования Web приложения</a:t>
            </a:r>
            <a:br>
              <a:rPr b="0" lang="de-DE"/>
            </a:br>
            <a:br>
              <a:rPr lang="de-DE"/>
            </a:br>
            <a:endParaRPr/>
          </a:p>
        </p:txBody>
      </p:sp>
      <p:sp>
        <p:nvSpPr>
          <p:cNvPr id="272" name="Google Shape;272;p20"/>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73" name="Google Shape;273;p20"/>
          <p:cNvSpPr/>
          <p:nvPr/>
        </p:nvSpPr>
        <p:spPr>
          <a:xfrm>
            <a:off x="866274" y="1360381"/>
            <a:ext cx="5765532" cy="132343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0000"/>
              </a:buClr>
              <a:buSzPts val="2000"/>
              <a:buFont typeface="Arial"/>
              <a:buChar char="•"/>
            </a:pPr>
            <a:r>
              <a:rPr lang="de-DE" sz="2000">
                <a:solidFill>
                  <a:srgbClr val="000000"/>
                </a:solidFill>
                <a:latin typeface="Roboto"/>
                <a:ea typeface="Roboto"/>
                <a:cs typeface="Roboto"/>
                <a:sym typeface="Roboto"/>
              </a:rPr>
              <a:t>Верстка </a:t>
            </a:r>
            <a:endParaRPr/>
          </a:p>
          <a:p>
            <a:pPr indent="-285750" lvl="0" marL="285750" marR="0" rtl="0" algn="l">
              <a:spcBef>
                <a:spcPts val="0"/>
              </a:spcBef>
              <a:spcAft>
                <a:spcPts val="0"/>
              </a:spcAft>
              <a:buClr>
                <a:srgbClr val="000000"/>
              </a:buClr>
              <a:buSzPts val="2000"/>
              <a:buFont typeface="Arial"/>
              <a:buChar char="•"/>
            </a:pPr>
            <a:r>
              <a:rPr lang="de-DE" sz="2000">
                <a:solidFill>
                  <a:srgbClr val="000000"/>
                </a:solidFill>
                <a:latin typeface="Roboto"/>
                <a:ea typeface="Roboto"/>
                <a:cs typeface="Roboto"/>
                <a:sym typeface="Roboto"/>
              </a:rPr>
              <a:t>Кросc-браузерность</a:t>
            </a:r>
            <a:endParaRPr sz="2000">
              <a:solidFill>
                <a:srgbClr val="000000"/>
              </a:solidFill>
              <a:latin typeface="Roboto"/>
              <a:ea typeface="Roboto"/>
              <a:cs typeface="Roboto"/>
              <a:sym typeface="Roboto"/>
            </a:endParaRPr>
          </a:p>
          <a:p>
            <a:pPr indent="-285750" lvl="0" marL="285750" marR="0" rtl="0" algn="l">
              <a:spcBef>
                <a:spcPts val="0"/>
              </a:spcBef>
              <a:spcAft>
                <a:spcPts val="0"/>
              </a:spcAft>
              <a:buClr>
                <a:srgbClr val="000000"/>
              </a:buClr>
              <a:buSzPts val="2000"/>
              <a:buFont typeface="Arial"/>
              <a:buChar char="•"/>
            </a:pPr>
            <a:r>
              <a:rPr lang="de-DE" sz="2000">
                <a:solidFill>
                  <a:srgbClr val="000000"/>
                </a:solidFill>
                <a:latin typeface="Roboto"/>
                <a:ea typeface="Roboto"/>
                <a:cs typeface="Roboto"/>
                <a:sym typeface="Roboto"/>
              </a:rPr>
              <a:t>Удобство использования</a:t>
            </a:r>
            <a:endParaRPr/>
          </a:p>
          <a:p>
            <a:pPr indent="-285750" lvl="0" marL="285750" marR="0" rtl="0" algn="l">
              <a:spcBef>
                <a:spcPts val="0"/>
              </a:spcBef>
              <a:spcAft>
                <a:spcPts val="0"/>
              </a:spcAft>
              <a:buClr>
                <a:srgbClr val="000000"/>
              </a:buClr>
              <a:buSzPts val="2000"/>
              <a:buFont typeface="Arial"/>
              <a:buChar char="•"/>
            </a:pPr>
            <a:r>
              <a:rPr lang="de-DE" sz="2000">
                <a:solidFill>
                  <a:srgbClr val="000000"/>
                </a:solidFill>
                <a:latin typeface="Roboto"/>
                <a:ea typeface="Roboto"/>
                <a:cs typeface="Roboto"/>
                <a:sym typeface="Roboto"/>
              </a:rPr>
              <a:t>Безопасность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Верстка</a:t>
            </a:r>
            <a:endParaRPr/>
          </a:p>
        </p:txBody>
      </p:sp>
      <p:sp>
        <p:nvSpPr>
          <p:cNvPr id="279" name="Google Shape;279;p21"/>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80" name="Google Shape;280;p21"/>
          <p:cNvSpPr/>
          <p:nvPr/>
        </p:nvSpPr>
        <p:spPr>
          <a:xfrm>
            <a:off x="429023" y="1152991"/>
            <a:ext cx="7985624"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Верстка</a:t>
            </a:r>
            <a:r>
              <a:rPr lang="de-DE" sz="1800">
                <a:solidFill>
                  <a:schemeClr val="dk1"/>
                </a:solidFill>
                <a:latin typeface="Arial"/>
                <a:ea typeface="Arial"/>
                <a:cs typeface="Arial"/>
                <a:sym typeface="Arial"/>
              </a:rPr>
              <a:t> - это расположение элементов (текста, картинок, таблиц и др) на странице.</a:t>
            </a:r>
            <a:endParaRPr sz="2000">
              <a:solidFill>
                <a:schemeClr val="dk1"/>
              </a:solidFill>
              <a:latin typeface="Arial"/>
              <a:ea typeface="Arial"/>
              <a:cs typeface="Arial"/>
              <a:sym typeface="Arial"/>
            </a:endParaRPr>
          </a:p>
          <a:p>
            <a:pPr indent="0" lvl="0" marL="0" marR="0" rtl="0" algn="l">
              <a:spcBef>
                <a:spcPts val="0"/>
              </a:spcBef>
              <a:spcAft>
                <a:spcPts val="0"/>
              </a:spcAft>
              <a:buNone/>
            </a:pPr>
            <a:br>
              <a:rPr lang="de-DE" sz="2000">
                <a:solidFill>
                  <a:schemeClr val="dk1"/>
                </a:solidFill>
                <a:latin typeface="Arial"/>
                <a:ea typeface="Arial"/>
                <a:cs typeface="Arial"/>
                <a:sym typeface="Arial"/>
              </a:rPr>
            </a:br>
            <a:r>
              <a:rPr lang="de-DE" sz="1800" u="sng">
                <a:solidFill>
                  <a:schemeClr val="dk1"/>
                </a:solidFill>
                <a:latin typeface="Arial"/>
                <a:ea typeface="Arial"/>
                <a:cs typeface="Arial"/>
                <a:sym typeface="Arial"/>
              </a:rPr>
              <a:t>Какие проблемы могут быть</a:t>
            </a:r>
            <a:r>
              <a:rPr lang="de-DE" sz="18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В разных браузерах одни и те же элементы могут выглядеть по-разному</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Допущена ошибка при переносе дизайна с макета </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Не подключается файл css</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Элемент поехал, когда добавили какие-то изменения в другие элементы, css свойства и тд</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Размер экрана может повлиять на верстку</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2"/>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Верстка. Тестирование</a:t>
            </a:r>
            <a:br>
              <a:rPr b="0" lang="de-DE"/>
            </a:br>
            <a:br>
              <a:rPr lang="de-DE"/>
            </a:br>
            <a:endParaRPr/>
          </a:p>
        </p:txBody>
      </p:sp>
      <p:sp>
        <p:nvSpPr>
          <p:cNvPr id="286" name="Google Shape;286;p22"/>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87" name="Google Shape;287;p22"/>
          <p:cNvSpPr/>
          <p:nvPr/>
        </p:nvSpPr>
        <p:spPr>
          <a:xfrm>
            <a:off x="429023" y="1152991"/>
            <a:ext cx="7985624"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Можно разделить тестирование верстки на две важные части:</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тестирование внешнего вида</a:t>
            </a: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используются инструменты помогающие сравнивать картинку с эталоном</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тестирование адаптированности страницы</a:t>
            </a: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есть множество инструментов имитирующие различные устройства их экраны и размеры</a:t>
            </a: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Пример: расширения для хрома</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de-DE" sz="1800">
                <a:solidFill>
                  <a:schemeClr val="dk1"/>
                </a:solidFill>
                <a:latin typeface="Arial"/>
                <a:ea typeface="Arial"/>
                <a:cs typeface="Arial"/>
                <a:sym typeface="Arial"/>
              </a:rPr>
              <a:t>Инструменты: Gemini, PhantomCSS, BackstopJS, и др.</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3"/>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Кросс браузерность</a:t>
            </a:r>
            <a:br>
              <a:rPr b="0" lang="de-DE"/>
            </a:br>
            <a:br>
              <a:rPr lang="de-DE"/>
            </a:br>
            <a:endParaRPr/>
          </a:p>
        </p:txBody>
      </p:sp>
      <p:sp>
        <p:nvSpPr>
          <p:cNvPr id="293" name="Google Shape;293;p23"/>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294" name="Google Shape;294;p23"/>
          <p:cNvSpPr/>
          <p:nvPr/>
        </p:nvSpPr>
        <p:spPr>
          <a:xfrm>
            <a:off x="429023" y="1152991"/>
            <a:ext cx="7985624"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Кросс-браузерность</a:t>
            </a:r>
            <a:r>
              <a:rPr lang="de-DE" sz="1800">
                <a:solidFill>
                  <a:schemeClr val="dk1"/>
                </a:solidFill>
                <a:latin typeface="Arial"/>
                <a:ea typeface="Arial"/>
                <a:cs typeface="Arial"/>
                <a:sym typeface="Arial"/>
              </a:rPr>
              <a:t> - это возможность приложения работать на разных браузерах</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u="sng">
                <a:solidFill>
                  <a:schemeClr val="dk1"/>
                </a:solidFill>
                <a:latin typeface="Arial"/>
                <a:ea typeface="Arial"/>
                <a:cs typeface="Arial"/>
                <a:sym typeface="Arial"/>
              </a:rPr>
              <a:t>Какие проблемы могут быть</a:t>
            </a:r>
            <a:r>
              <a:rPr lang="de-DE"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В разных браузерах могут быть поддержаны или не поддержаны определенные JS стандартны. От этого одно и то же приложение может работать по-разному </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Библиотеки и протоколы (пример: ws/WebRTC)</a:t>
            </a:r>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a:solidFill>
                  <a:schemeClr val="dk1"/>
                </a:solidFill>
                <a:latin typeface="Arial"/>
                <a:ea typeface="Arial"/>
                <a:cs typeface="Arial"/>
                <a:sym typeface="Arial"/>
              </a:rPr>
              <a:t>Инструменты: Selenium, утилиты в браузере, другие</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Удобство использования</a:t>
            </a:r>
            <a:br>
              <a:rPr b="0" lang="de-DE"/>
            </a:br>
            <a:br>
              <a:rPr lang="de-DE"/>
            </a:br>
            <a:endParaRPr/>
          </a:p>
        </p:txBody>
      </p:sp>
      <p:sp>
        <p:nvSpPr>
          <p:cNvPr id="300" name="Google Shape;300;p24"/>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01" name="Google Shape;301;p24"/>
          <p:cNvSpPr/>
          <p:nvPr/>
        </p:nvSpPr>
        <p:spPr>
          <a:xfrm>
            <a:off x="429023" y="1152991"/>
            <a:ext cx="798562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Удобство использования (Usability)</a:t>
            </a:r>
            <a:r>
              <a:rPr lang="de-DE" sz="1800">
                <a:solidFill>
                  <a:schemeClr val="dk1"/>
                </a:solidFill>
                <a:latin typeface="Arial"/>
                <a:ea typeface="Arial"/>
                <a:cs typeface="Arial"/>
                <a:sym typeface="Arial"/>
              </a:rPr>
              <a:t> - это качество программного продукта отвечающее на вопрос насколько приложение удобно в использовании</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u="sng">
                <a:solidFill>
                  <a:schemeClr val="dk1"/>
                </a:solidFill>
                <a:latin typeface="Arial"/>
                <a:ea typeface="Arial"/>
                <a:cs typeface="Arial"/>
                <a:sym typeface="Arial"/>
              </a:rPr>
              <a:t>Какие проблемы могут быть</a:t>
            </a:r>
            <a:r>
              <a:rPr lang="de-DE"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Приложение может хорошо работать, но найти что-то практически невозможно</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Безопасность</a:t>
            </a:r>
            <a:endParaRPr/>
          </a:p>
        </p:txBody>
      </p:sp>
      <p:sp>
        <p:nvSpPr>
          <p:cNvPr id="307" name="Google Shape;307;p25"/>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08" name="Google Shape;308;p25"/>
          <p:cNvSpPr/>
          <p:nvPr/>
        </p:nvSpPr>
        <p:spPr>
          <a:xfrm>
            <a:off x="429023" y="1152991"/>
            <a:ext cx="798562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800">
                <a:solidFill>
                  <a:schemeClr val="dk1"/>
                </a:solidFill>
                <a:latin typeface="Arial"/>
                <a:ea typeface="Arial"/>
                <a:cs typeface="Arial"/>
                <a:sym typeface="Arial"/>
              </a:rPr>
              <a:t>Безопасность</a:t>
            </a:r>
            <a:r>
              <a:rPr lang="de-DE" sz="1800">
                <a:solidFill>
                  <a:schemeClr val="dk1"/>
                </a:solidFill>
                <a:latin typeface="Arial"/>
                <a:ea typeface="Arial"/>
                <a:cs typeface="Arial"/>
                <a:sym typeface="Arial"/>
              </a:rPr>
              <a:t> - это тестирование уязвимости программного обеспечения к различным атакам</a:t>
            </a:r>
            <a:endParaRPr sz="1800">
              <a:solidFill>
                <a:schemeClr val="dk1"/>
              </a:solidFill>
              <a:latin typeface="Arial"/>
              <a:ea typeface="Arial"/>
              <a:cs typeface="Arial"/>
              <a:sym typeface="Arial"/>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r>
              <a:rPr lang="de-DE" sz="1800" u="sng">
                <a:solidFill>
                  <a:schemeClr val="dk1"/>
                </a:solidFill>
                <a:latin typeface="Arial"/>
                <a:ea typeface="Arial"/>
                <a:cs typeface="Arial"/>
                <a:sym typeface="Arial"/>
              </a:rPr>
              <a:t>Какие проблемы могут быть</a:t>
            </a:r>
            <a:r>
              <a:rPr lang="de-DE" sz="1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Могут украсть ваши данные </a:t>
            </a:r>
            <a:endParaRPr/>
          </a:p>
          <a:p>
            <a:pPr indent="-285750" lvl="0" marL="285750" marR="0" rtl="0" algn="l">
              <a:spcBef>
                <a:spcPts val="0"/>
              </a:spcBef>
              <a:spcAft>
                <a:spcPts val="0"/>
              </a:spcAft>
              <a:buClr>
                <a:schemeClr val="dk1"/>
              </a:buClr>
              <a:buSzPts val="1800"/>
              <a:buFont typeface="Arial"/>
              <a:buChar char="•"/>
            </a:pPr>
            <a:r>
              <a:rPr lang="de-DE" sz="1800">
                <a:solidFill>
                  <a:schemeClr val="dk1"/>
                </a:solidFill>
                <a:latin typeface="Arial"/>
                <a:ea typeface="Arial"/>
                <a:cs typeface="Arial"/>
                <a:sym typeface="Arial"/>
              </a:rPr>
              <a:t>Могут их повредить </a:t>
            </a:r>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6"/>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Какие бывают уязвимости</a:t>
            </a:r>
            <a:br>
              <a:rPr b="0" lang="de-DE"/>
            </a:br>
            <a:br>
              <a:rPr lang="de-DE"/>
            </a:br>
            <a:endParaRPr/>
          </a:p>
        </p:txBody>
      </p:sp>
      <p:sp>
        <p:nvSpPr>
          <p:cNvPr id="314" name="Google Shape;314;p26"/>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15" name="Google Shape;315;p26"/>
          <p:cNvSpPr/>
          <p:nvPr/>
        </p:nvSpPr>
        <p:spPr>
          <a:xfrm>
            <a:off x="659876" y="1374076"/>
            <a:ext cx="5830478" cy="1477328"/>
          </a:xfrm>
          <a:prstGeom prst="rect">
            <a:avLst/>
          </a:prstGeom>
          <a:noFill/>
          <a:ln>
            <a:noFill/>
          </a:ln>
        </p:spPr>
        <p:txBody>
          <a:bodyPr anchorCtr="0" anchor="t" bIns="45700" lIns="91425" spcFirstLastPara="1" rIns="91425" wrap="square" tIns="45700">
            <a:spAutoFit/>
          </a:bodyPr>
          <a:lstStyle/>
          <a:p>
            <a:pPr indent="-114300" lvl="0" marL="0" marR="0" rtl="0" algn="just">
              <a:spcBef>
                <a:spcPts val="0"/>
              </a:spcBef>
              <a:spcAft>
                <a:spcPts val="0"/>
              </a:spcAft>
              <a:buClr>
                <a:srgbClr val="2A2A2A"/>
              </a:buClr>
              <a:buSzPts val="1800"/>
              <a:buFont typeface="Arial"/>
              <a:buChar char="•"/>
            </a:pPr>
            <a:r>
              <a:rPr b="1" lang="de-DE" sz="1800">
                <a:solidFill>
                  <a:srgbClr val="2A2A2A"/>
                </a:solidFill>
                <a:latin typeface="Georgia"/>
                <a:ea typeface="Georgia"/>
                <a:cs typeface="Georgia"/>
                <a:sym typeface="Georgia"/>
              </a:rPr>
              <a:t>XSS (Cross-Site Scripting)</a:t>
            </a:r>
            <a:r>
              <a:rPr lang="de-DE" sz="1800">
                <a:solidFill>
                  <a:srgbClr val="2A2A2A"/>
                </a:solidFill>
                <a:latin typeface="Georgia"/>
                <a:ea typeface="Georgia"/>
                <a:cs typeface="Georgia"/>
                <a:sym typeface="Georgia"/>
              </a:rPr>
              <a:t> </a:t>
            </a:r>
            <a:endParaRPr/>
          </a:p>
          <a:p>
            <a:pPr indent="-114300" lvl="0" marL="0" marR="0" rtl="0" algn="just">
              <a:spcBef>
                <a:spcPts val="0"/>
              </a:spcBef>
              <a:spcAft>
                <a:spcPts val="0"/>
              </a:spcAft>
              <a:buClr>
                <a:srgbClr val="2A2A2A"/>
              </a:buClr>
              <a:buSzPts val="1800"/>
              <a:buFont typeface="Arial"/>
              <a:buChar char="•"/>
            </a:pPr>
            <a:r>
              <a:rPr b="1" lang="de-DE" sz="1800">
                <a:solidFill>
                  <a:srgbClr val="2A2A2A"/>
                </a:solidFill>
                <a:latin typeface="Georgia"/>
                <a:ea typeface="Georgia"/>
                <a:cs typeface="Georgia"/>
                <a:sym typeface="Georgia"/>
              </a:rPr>
              <a:t>XSRF / CSRF (Request Forgery)</a:t>
            </a:r>
            <a:r>
              <a:rPr lang="de-DE" sz="1800">
                <a:solidFill>
                  <a:srgbClr val="2A2A2A"/>
                </a:solidFill>
                <a:latin typeface="Georgia"/>
                <a:ea typeface="Georgia"/>
                <a:cs typeface="Georgia"/>
                <a:sym typeface="Georgia"/>
              </a:rPr>
              <a:t> </a:t>
            </a:r>
            <a:endParaRPr/>
          </a:p>
          <a:p>
            <a:pPr indent="-114300" lvl="0" marL="0" marR="0" rtl="0" algn="just">
              <a:spcBef>
                <a:spcPts val="0"/>
              </a:spcBef>
              <a:spcAft>
                <a:spcPts val="0"/>
              </a:spcAft>
              <a:buClr>
                <a:srgbClr val="2A2A2A"/>
              </a:buClr>
              <a:buSzPts val="1800"/>
              <a:buFont typeface="Arial"/>
              <a:buChar char="•"/>
            </a:pPr>
            <a:r>
              <a:rPr b="1" lang="de-DE" sz="1800">
                <a:solidFill>
                  <a:srgbClr val="2A2A2A"/>
                </a:solidFill>
                <a:latin typeface="Georgia"/>
                <a:ea typeface="Georgia"/>
                <a:cs typeface="Georgia"/>
                <a:sym typeface="Georgia"/>
              </a:rPr>
              <a:t>Code injections (SQL, PHP, ASP и т.д.)</a:t>
            </a:r>
            <a:r>
              <a:rPr lang="de-DE" sz="1800">
                <a:solidFill>
                  <a:srgbClr val="2A2A2A"/>
                </a:solidFill>
                <a:latin typeface="Georgia"/>
                <a:ea typeface="Georgia"/>
                <a:cs typeface="Georgia"/>
                <a:sym typeface="Georgia"/>
              </a:rPr>
              <a:t> </a:t>
            </a:r>
            <a:endParaRPr/>
          </a:p>
          <a:p>
            <a:pPr indent="-114300" lvl="0" marL="0" marR="0" rtl="0" algn="just">
              <a:spcBef>
                <a:spcPts val="0"/>
              </a:spcBef>
              <a:spcAft>
                <a:spcPts val="0"/>
              </a:spcAft>
              <a:buClr>
                <a:srgbClr val="2A2A2A"/>
              </a:buClr>
              <a:buSzPts val="1800"/>
              <a:buFont typeface="Arial"/>
              <a:buChar char="•"/>
            </a:pPr>
            <a:r>
              <a:rPr b="1" lang="de-DE" sz="1800">
                <a:solidFill>
                  <a:srgbClr val="2A2A2A"/>
                </a:solidFill>
                <a:latin typeface="Georgia"/>
                <a:ea typeface="Georgia"/>
                <a:cs typeface="Georgia"/>
                <a:sym typeface="Georgia"/>
              </a:rPr>
              <a:t>Server-Side Includes (SSI) Injection</a:t>
            </a:r>
            <a:r>
              <a:rPr lang="de-DE" sz="1800">
                <a:solidFill>
                  <a:srgbClr val="2A2A2A"/>
                </a:solidFill>
                <a:latin typeface="Georgia"/>
                <a:ea typeface="Georgia"/>
                <a:cs typeface="Georgia"/>
                <a:sym typeface="Georgia"/>
              </a:rPr>
              <a:t> </a:t>
            </a:r>
            <a:endParaRPr/>
          </a:p>
          <a:p>
            <a:pPr indent="-114300" lvl="0" marL="0" marR="0" rtl="0" algn="just">
              <a:spcBef>
                <a:spcPts val="0"/>
              </a:spcBef>
              <a:spcAft>
                <a:spcPts val="0"/>
              </a:spcAft>
              <a:buClr>
                <a:srgbClr val="2A2A2A"/>
              </a:buClr>
              <a:buSzPts val="1800"/>
              <a:buFont typeface="Arial"/>
              <a:buChar char="•"/>
            </a:pPr>
            <a:r>
              <a:rPr b="1" lang="de-DE" sz="1800">
                <a:solidFill>
                  <a:srgbClr val="2A2A2A"/>
                </a:solidFill>
                <a:latin typeface="Georgia"/>
                <a:ea typeface="Georgia"/>
                <a:cs typeface="Georgia"/>
                <a:sym typeface="Georgia"/>
              </a:rPr>
              <a:t>Authorization Bypass</a:t>
            </a:r>
            <a:r>
              <a:rPr lang="de-DE" sz="1800">
                <a:solidFill>
                  <a:srgbClr val="2A2A2A"/>
                </a:solidFill>
                <a:latin typeface="Georgia"/>
                <a:ea typeface="Georgia"/>
                <a:cs typeface="Georgia"/>
                <a:sym typeface="Georgia"/>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XSS /</a:t>
            </a:r>
            <a:r>
              <a:rPr lang="de-DE"/>
              <a:t> </a:t>
            </a:r>
            <a:r>
              <a:rPr b="0" lang="de-DE"/>
              <a:t>XSRF</a:t>
            </a:r>
            <a:endParaRPr b="0"/>
          </a:p>
        </p:txBody>
      </p:sp>
      <p:sp>
        <p:nvSpPr>
          <p:cNvPr id="321" name="Google Shape;321;p27"/>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22" name="Google Shape;322;p27"/>
          <p:cNvSpPr/>
          <p:nvPr/>
        </p:nvSpPr>
        <p:spPr>
          <a:xfrm>
            <a:off x="570310" y="1185539"/>
            <a:ext cx="7843101"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chemeClr val="dk1"/>
                </a:solidFill>
                <a:latin typeface="Arial"/>
                <a:ea typeface="Arial"/>
                <a:cs typeface="Arial"/>
                <a:sym typeface="Arial"/>
              </a:rPr>
              <a:t>XSS (Cross-Site Scripting)</a:t>
            </a:r>
            <a:r>
              <a:rPr lang="de-DE" sz="1600">
                <a:solidFill>
                  <a:schemeClr val="dk1"/>
                </a:solidFill>
                <a:latin typeface="Arial"/>
                <a:ea typeface="Arial"/>
                <a:cs typeface="Arial"/>
                <a:sym typeface="Arial"/>
              </a:rPr>
              <a:t> - это вид уязвимости программного обеспечения (Web приложений), при которой, на генерированной сервером странице, выполняются вредоносные скрипты, с целью атаки клиента.</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de-DE" sz="1600">
                <a:solidFill>
                  <a:schemeClr val="dk1"/>
                </a:solidFill>
                <a:latin typeface="Arial"/>
                <a:ea typeface="Arial"/>
                <a:cs typeface="Arial"/>
                <a:sym typeface="Arial"/>
              </a:rPr>
            </a:br>
            <a:r>
              <a:rPr b="1" lang="de-DE" sz="1600">
                <a:solidFill>
                  <a:schemeClr val="dk1"/>
                </a:solidFill>
                <a:latin typeface="Arial"/>
                <a:ea typeface="Arial"/>
                <a:cs typeface="Arial"/>
                <a:sym typeface="Arial"/>
              </a:rPr>
              <a:t>XSRF / CSRF (Request Forgery)</a:t>
            </a:r>
            <a:r>
              <a:rPr lang="de-DE" sz="1600">
                <a:solidFill>
                  <a:schemeClr val="dk1"/>
                </a:solidFill>
                <a:latin typeface="Arial"/>
                <a:ea typeface="Arial"/>
                <a:cs typeface="Arial"/>
                <a:sym typeface="Arial"/>
              </a:rPr>
              <a:t> - это вид уязвимости, позволяющий использовать недостатки HTTP протокола, при этом злоумышленники работают по следующей схеме: ссылка на вредоносный сайт установливается на странице, пользующейся доверием у пользователя, при переходе по вредоносной ссылке выполняется скрипт, сохраняющий личные данные пользователя (пароли, платежные данные и т.д.), либо отправляющий СПАМ сообщения от лица пользователя, либо изменяет доступ к учетной записи пользователя, для получения полного контроля над ней.</a:t>
            </a:r>
            <a:endParaRPr sz="16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8"/>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000"/>
              <a:buFont typeface="Arial"/>
              <a:buNone/>
            </a:pPr>
            <a:r>
              <a:rPr b="0" lang="de-DE" sz="2000"/>
              <a:t>Code injections / Server-Side Includes / Authorization Bypass </a:t>
            </a:r>
            <a:br>
              <a:rPr b="0" lang="de-DE" sz="2000"/>
            </a:br>
            <a:br>
              <a:rPr b="0" lang="de-DE" sz="2000"/>
            </a:br>
            <a:endParaRPr b="0" sz="2000"/>
          </a:p>
        </p:txBody>
      </p:sp>
      <p:sp>
        <p:nvSpPr>
          <p:cNvPr id="328" name="Google Shape;328;p28"/>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29" name="Google Shape;329;p28"/>
          <p:cNvSpPr/>
          <p:nvPr/>
        </p:nvSpPr>
        <p:spPr>
          <a:xfrm>
            <a:off x="645685" y="1185793"/>
            <a:ext cx="7843101"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de-DE" sz="1600">
                <a:solidFill>
                  <a:schemeClr val="dk1"/>
                </a:solidFill>
                <a:latin typeface="Arial"/>
                <a:ea typeface="Arial"/>
                <a:cs typeface="Arial"/>
                <a:sym typeface="Arial"/>
              </a:rPr>
              <a:t>Code injections (SQL, PHP, ASP и т.д.)</a:t>
            </a:r>
            <a:r>
              <a:rPr lang="de-DE" sz="1600">
                <a:solidFill>
                  <a:schemeClr val="dk1"/>
                </a:solidFill>
                <a:latin typeface="Arial"/>
                <a:ea typeface="Arial"/>
                <a:cs typeface="Arial"/>
                <a:sym typeface="Arial"/>
              </a:rPr>
              <a:t> - это вид уязвимости, при котором становится возможно осуществить запуск исполняемого кода с целью получения доступа к системным ресурсам, несанкционированного доступа к данным либо выведения системы из строя.</a:t>
            </a:r>
            <a:endParaRPr sz="1600">
              <a:solidFill>
                <a:schemeClr val="dk1"/>
              </a:solidFill>
              <a:latin typeface="Arial"/>
              <a:ea typeface="Arial"/>
              <a:cs typeface="Arial"/>
              <a:sym typeface="Arial"/>
            </a:endParaRPr>
          </a:p>
          <a:p>
            <a:pPr indent="0" lvl="0" marL="0" marR="0" rtl="0" algn="l">
              <a:spcBef>
                <a:spcPts val="0"/>
              </a:spcBef>
              <a:spcAft>
                <a:spcPts val="0"/>
              </a:spcAft>
              <a:buNone/>
            </a:pPr>
            <a:br>
              <a:rPr lang="de-DE" sz="1600">
                <a:solidFill>
                  <a:schemeClr val="dk1"/>
                </a:solidFill>
                <a:latin typeface="Arial"/>
                <a:ea typeface="Arial"/>
                <a:cs typeface="Arial"/>
                <a:sym typeface="Arial"/>
              </a:rPr>
            </a:br>
            <a:r>
              <a:rPr b="1" lang="de-DE" sz="1600">
                <a:solidFill>
                  <a:schemeClr val="dk1"/>
                </a:solidFill>
                <a:latin typeface="Arial"/>
                <a:ea typeface="Arial"/>
                <a:cs typeface="Arial"/>
                <a:sym typeface="Arial"/>
              </a:rPr>
              <a:t>Server-Side Includes (SSI) Injection</a:t>
            </a:r>
            <a:r>
              <a:rPr lang="de-DE" sz="1600">
                <a:solidFill>
                  <a:schemeClr val="dk1"/>
                </a:solidFill>
                <a:latin typeface="Arial"/>
                <a:ea typeface="Arial"/>
                <a:cs typeface="Arial"/>
                <a:sym typeface="Arial"/>
              </a:rPr>
              <a:t> - это вид уязвимости, использующий вставку серверных команд в HTML код или запуск их напрямую с сервера.</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b="1" lang="de-DE" sz="1600">
                <a:solidFill>
                  <a:schemeClr val="dk1"/>
                </a:solidFill>
                <a:latin typeface="Arial"/>
                <a:ea typeface="Arial"/>
                <a:cs typeface="Arial"/>
                <a:sym typeface="Arial"/>
              </a:rPr>
              <a:t>Authorization Bypass</a:t>
            </a:r>
            <a:r>
              <a:rPr lang="de-DE" sz="1600">
                <a:solidFill>
                  <a:schemeClr val="dk1"/>
                </a:solidFill>
                <a:latin typeface="Arial"/>
                <a:ea typeface="Arial"/>
                <a:cs typeface="Arial"/>
                <a:sym typeface="Arial"/>
              </a:rPr>
              <a:t> - это вид уязвимости, при котором возможно получить несанкционированный доступ к учетной записи или документам другого пользователя</a:t>
            </a:r>
            <a:br>
              <a:rPr lang="de-DE" sz="1600">
                <a:solidFill>
                  <a:schemeClr val="dk1"/>
                </a:solidFill>
                <a:latin typeface="Arial"/>
                <a:ea typeface="Arial"/>
                <a:cs typeface="Arial"/>
                <a:sym typeface="Arial"/>
              </a:rPr>
            </a:br>
            <a:endParaRPr sz="16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9"/>
          <p:cNvSpPr txBox="1"/>
          <p:nvPr>
            <p:ph type="ctrTitle"/>
          </p:nvPr>
        </p:nvSpPr>
        <p:spPr>
          <a:xfrm>
            <a:off x="430306" y="754768"/>
            <a:ext cx="5999069" cy="1790700"/>
          </a:xfrm>
          <a:prstGeom prst="rect">
            <a:avLst/>
          </a:prstGeom>
          <a:noFill/>
          <a:ln>
            <a:noFill/>
          </a:ln>
        </p:spPr>
        <p:txBody>
          <a:bodyPr anchorCtr="0" anchor="b" bIns="0" lIns="0" spcFirstLastPara="1" rIns="0" wrap="square" tIns="0">
            <a:normAutofit/>
          </a:bodyPr>
          <a:lstStyle/>
          <a:p>
            <a:pPr indent="0" lvl="0" marL="108000" rtl="0" algn="l">
              <a:lnSpc>
                <a:spcPct val="123000"/>
              </a:lnSpc>
              <a:spcBef>
                <a:spcPts val="0"/>
              </a:spcBef>
              <a:spcAft>
                <a:spcPts val="0"/>
              </a:spcAft>
              <a:buClr>
                <a:schemeClr val="dk1"/>
              </a:buClr>
              <a:buSzPts val="4000"/>
              <a:buFont typeface="Arial"/>
              <a:buNone/>
            </a:pPr>
            <a:r>
              <a:rPr b="0" lang="de-DE">
                <a:solidFill>
                  <a:schemeClr val="dk1"/>
                </a:solidFill>
              </a:rPr>
              <a:t>Практика: Тестирование web-приложения</a:t>
            </a:r>
            <a:endParaRPr b="0">
              <a:solidFill>
                <a:schemeClr val="dk1"/>
              </a:solidFill>
            </a:endParaRPr>
          </a:p>
        </p:txBody>
      </p:sp>
      <p:sp>
        <p:nvSpPr>
          <p:cNvPr id="336" name="Google Shape;336;p29"/>
          <p:cNvSpPr txBox="1"/>
          <p:nvPr>
            <p:ph idx="2" type="body"/>
          </p:nvPr>
        </p:nvSpPr>
        <p:spPr>
          <a:xfrm>
            <a:off x="5599809" y="933281"/>
            <a:ext cx="3103500" cy="3232500"/>
          </a:xfrm>
          <a:prstGeom prst="rect">
            <a:avLst/>
          </a:prstGeom>
          <a:noFill/>
          <a:ln>
            <a:noFill/>
          </a:ln>
        </p:spPr>
        <p:txBody>
          <a:bodyPr anchorCtr="0" anchor="t" bIns="0" lIns="0" spcFirstLastPara="1" rIns="0" wrap="square" tIns="0">
            <a:spAutoFit/>
          </a:bodyPr>
          <a:lstStyle/>
          <a:p>
            <a:pPr indent="0" lvl="0" marL="0" rtl="0" algn="ctr">
              <a:lnSpc>
                <a:spcPct val="123000"/>
              </a:lnSpc>
              <a:spcBef>
                <a:spcPts val="0"/>
              </a:spcBef>
              <a:spcAft>
                <a:spcPts val="1200"/>
              </a:spcAft>
              <a:buSzPts val="21000"/>
              <a:buNone/>
            </a:pPr>
            <a:r>
              <a:rPr lang="de-DE"/>
              <a:t>5</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0"/>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Задание</a:t>
            </a:r>
            <a:br>
              <a:rPr b="0" lang="de-DE"/>
            </a:br>
            <a:br>
              <a:rPr lang="de-DE"/>
            </a:br>
            <a:endParaRPr/>
          </a:p>
        </p:txBody>
      </p:sp>
      <p:sp>
        <p:nvSpPr>
          <p:cNvPr id="342" name="Google Shape;342;p30"/>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43" name="Google Shape;343;p30"/>
          <p:cNvSpPr/>
          <p:nvPr/>
        </p:nvSpPr>
        <p:spPr>
          <a:xfrm>
            <a:off x="647311" y="852352"/>
            <a:ext cx="7784419"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rgbClr val="000000"/>
                </a:solidFill>
                <a:latin typeface="Roboto"/>
                <a:ea typeface="Roboto"/>
                <a:cs typeface="Roboto"/>
                <a:sym typeface="Roboto"/>
              </a:rPr>
              <a:t>Пройти полный цикл тестирования с имеющимися требованиями. </a:t>
            </a:r>
            <a:br>
              <a:rPr lang="de-DE" sz="1800">
                <a:solidFill>
                  <a:srgbClr val="000000"/>
                </a:solidFill>
                <a:latin typeface="Roboto"/>
                <a:ea typeface="Roboto"/>
                <a:cs typeface="Roboto"/>
                <a:sym typeface="Roboto"/>
              </a:rPr>
            </a:br>
            <a:endParaRPr sz="1800">
              <a:solidFill>
                <a:srgbClr val="000000"/>
              </a:solidFill>
              <a:latin typeface="Roboto"/>
              <a:ea typeface="Roboto"/>
              <a:cs typeface="Roboto"/>
              <a:sym typeface="Roboto"/>
            </a:endParaRPr>
          </a:p>
          <a:p>
            <a:pPr indent="0" lvl="0" marL="0" marR="0" rtl="0" algn="l">
              <a:spcBef>
                <a:spcPts val="0"/>
              </a:spcBef>
              <a:spcAft>
                <a:spcPts val="0"/>
              </a:spcAft>
              <a:buNone/>
            </a:pPr>
            <a:r>
              <a:rPr lang="de-DE" sz="1800">
                <a:solidFill>
                  <a:srgbClr val="000000"/>
                </a:solidFill>
                <a:latin typeface="Roboto"/>
                <a:ea typeface="Roboto"/>
                <a:cs typeface="Roboto"/>
                <a:sym typeface="Roboto"/>
              </a:rPr>
              <a:t>Задание</a:t>
            </a:r>
            <a:endParaRPr sz="1800">
              <a:solidFill>
                <a:schemeClr val="dk1"/>
              </a:solidFill>
              <a:latin typeface="Arial"/>
              <a:ea typeface="Arial"/>
              <a:cs typeface="Arial"/>
              <a:sym typeface="Arial"/>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составить тестовую стратегию, если необходимо нарисовать карту планируемого покрытия</a:t>
            </a:r>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разделить тестирование на уровни</a:t>
            </a:r>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оформить тест кейсы</a:t>
            </a:r>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провести тестирование</a:t>
            </a:r>
            <a:endParaRPr sz="1800">
              <a:solidFill>
                <a:srgbClr val="000000"/>
              </a:solidFill>
              <a:latin typeface="Roboto"/>
              <a:ea typeface="Roboto"/>
              <a:cs typeface="Roboto"/>
              <a:sym typeface="Roboto"/>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завести баги</a:t>
            </a:r>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оформить отчет по тестированию</a:t>
            </a:r>
            <a:endParaRPr/>
          </a:p>
          <a:p>
            <a:pPr indent="-342900" lvl="0" marL="342900" marR="0" rtl="0" algn="l">
              <a:spcBef>
                <a:spcPts val="0"/>
              </a:spcBef>
              <a:spcAft>
                <a:spcPts val="0"/>
              </a:spcAft>
              <a:buClr>
                <a:srgbClr val="000000"/>
              </a:buClr>
              <a:buSzPts val="1800"/>
              <a:buFont typeface="Arial"/>
              <a:buAutoNum type="arabicPeriod"/>
            </a:pPr>
            <a:r>
              <a:rPr lang="de-DE" sz="1800">
                <a:solidFill>
                  <a:srgbClr val="000000"/>
                </a:solidFill>
                <a:latin typeface="Roboto"/>
                <a:ea typeface="Roboto"/>
                <a:cs typeface="Roboto"/>
                <a:sym typeface="Roboto"/>
              </a:rPr>
              <a:t>автоматизировать тест кейсы*</a:t>
            </a:r>
            <a:endParaRPr sz="1800">
              <a:solidFill>
                <a:srgbClr val="000000"/>
              </a:solidFill>
              <a:latin typeface="Roboto"/>
              <a:ea typeface="Roboto"/>
              <a:cs typeface="Roboto"/>
              <a:sym typeface="Roboto"/>
            </a:endParaRPr>
          </a:p>
          <a:p>
            <a:pPr indent="0" lvl="0" marL="0" marR="0" rtl="0" algn="l">
              <a:spcBef>
                <a:spcPts val="0"/>
              </a:spcBef>
              <a:spcAft>
                <a:spcPts val="0"/>
              </a:spcAft>
              <a:buNone/>
            </a:pPr>
            <a:br>
              <a:rPr lang="de-DE" sz="1800">
                <a:solidFill>
                  <a:schemeClr val="dk1"/>
                </a:solidFill>
                <a:latin typeface="Arial"/>
                <a:ea typeface="Arial"/>
                <a:cs typeface="Arial"/>
                <a:sym typeface="Arial"/>
              </a:rPr>
            </a:br>
            <a:br>
              <a:rPr lang="de-DE"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Требования</a:t>
            </a:r>
            <a:br>
              <a:rPr b="0" lang="de-DE"/>
            </a:br>
            <a:br>
              <a:rPr lang="de-DE"/>
            </a:br>
            <a:endParaRPr/>
          </a:p>
        </p:txBody>
      </p:sp>
      <p:sp>
        <p:nvSpPr>
          <p:cNvPr id="349" name="Google Shape;349;p31"/>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50" name="Google Shape;350;p31"/>
          <p:cNvSpPr/>
          <p:nvPr/>
        </p:nvSpPr>
        <p:spPr>
          <a:xfrm>
            <a:off x="647311" y="852352"/>
            <a:ext cx="7784419" cy="36471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100">
                <a:solidFill>
                  <a:schemeClr val="dk1"/>
                </a:solidFill>
                <a:latin typeface="Arial"/>
                <a:ea typeface="Arial"/>
                <a:cs typeface="Arial"/>
                <a:sym typeface="Arial"/>
              </a:rPr>
              <a:t>В системе есть возможность создать задачу(task).</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de-DE" sz="1100">
                <a:solidFill>
                  <a:schemeClr val="dk1"/>
                </a:solidFill>
                <a:latin typeface="Arial"/>
                <a:ea typeface="Arial"/>
                <a:cs typeface="Arial"/>
                <a:sym typeface="Arial"/>
              </a:rPr>
              <a:t>При создании задача содержит набор полей:</a:t>
            </a:r>
            <a:endParaRPr sz="11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Имя (name), до 250 символов. Обязательное поле</a:t>
            </a:r>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Описание (description), до 1000 символов. Обязательное поле</a:t>
            </a:r>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Ответственного за исполнение (assignee), может быть только существующий в системе пользователь</a:t>
            </a:r>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Дата начала работы (date started), не может быть раньше текущего дня, не может быть позже даты завершения. Если месяц начала приходится на февраль, то к дате завершения автоматически прибавляется 7 дней </a:t>
            </a:r>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Если месяц начала приходится на декабрь или ноябрь, то дата завершения проставляется на 31 декабря </a:t>
            </a:r>
            <a:endParaRPr sz="11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Если месяц начала приходится на май, то к дате завершения прибавляется 15 дней. </a:t>
            </a:r>
            <a:endParaRPr sz="11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Во всех остальных случаях дата равна указанной </a:t>
            </a:r>
            <a:endParaRPr sz="11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Если дата начала не указана, выставляется текущая дата</a:t>
            </a:r>
            <a:endParaRPr sz="110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100"/>
              <a:buFont typeface="Arial"/>
              <a:buChar char="•"/>
            </a:pPr>
            <a:r>
              <a:rPr lang="de-DE" sz="1100">
                <a:solidFill>
                  <a:schemeClr val="dk1"/>
                </a:solidFill>
                <a:latin typeface="Arial"/>
                <a:ea typeface="Arial"/>
                <a:cs typeface="Arial"/>
                <a:sym typeface="Arial"/>
              </a:rPr>
              <a:t>Дата завершения (expiry date), не может быть раньше текущей даты, не может быть раньше даты начала. Если дата завершения не указана, то она автоматически становится равна: дата начала + 2 дня</a:t>
            </a:r>
            <a:endParaRPr/>
          </a:p>
          <a:p>
            <a:pPr indent="0" lvl="0" marL="0" marR="0" rtl="0" algn="l">
              <a:spcBef>
                <a:spcPts val="0"/>
              </a:spcBef>
              <a:spcAft>
                <a:spcPts val="0"/>
              </a:spcAft>
              <a:buNone/>
            </a:pPr>
            <a:r>
              <a:rPr lang="de-DE" sz="1100">
                <a:solidFill>
                  <a:schemeClr val="dk1"/>
                </a:solidFill>
                <a:latin typeface="Arial"/>
                <a:ea typeface="Arial"/>
                <a:cs typeface="Arial"/>
                <a:sym typeface="Arial"/>
              </a:rPr>
              <a:t>Когда пользователь заводит задачу она имеет состояние Создана(Created), после того как он ее назначает, она Назначена(Assigned). На любом из этапов задача может быть просрочена(Expired), она может быть переведена в состояние в Работе(In progress), в ожидание дополнительной информации(Waiting), Отменена(Canceled), Закрыта(Closed). </a:t>
            </a:r>
            <a:endParaRPr sz="1100">
              <a:solidFill>
                <a:schemeClr val="dk1"/>
              </a:solidFill>
              <a:latin typeface="Arial"/>
              <a:ea typeface="Arial"/>
              <a:cs typeface="Arial"/>
              <a:sym typeface="Arial"/>
            </a:endParaRPr>
          </a:p>
          <a:p>
            <a:pPr indent="0" lvl="0" marL="0" marR="0" rtl="0" algn="l">
              <a:spcBef>
                <a:spcPts val="0"/>
              </a:spcBef>
              <a:spcAft>
                <a:spcPts val="0"/>
              </a:spcAft>
              <a:buNone/>
            </a:pPr>
            <a:r>
              <a:rPr lang="de-DE" sz="1100">
                <a:solidFill>
                  <a:schemeClr val="dk1"/>
                </a:solidFill>
                <a:latin typeface="Arial"/>
                <a:ea typeface="Arial"/>
                <a:cs typeface="Arial"/>
                <a:sym typeface="Arial"/>
              </a:rPr>
              <a:t>Если задача просрочена, она переходит в состояние закрыта через 1 день после даты просрочки со статусом Закрыто - Просрочено. Если сделана - со статусом Закрыто - Сделано. Если отменена - со статусом Отменена</a:t>
            </a:r>
            <a:endParaRPr sz="1100">
              <a:solidFill>
                <a:schemeClr val="dk1"/>
              </a:solidFill>
              <a:latin typeface="Arial"/>
              <a:ea typeface="Arial"/>
              <a:cs typeface="Arial"/>
              <a:sym typeface="Arial"/>
            </a:endParaRPr>
          </a:p>
          <a:p>
            <a:pPr indent="0" lvl="0" marL="0" marR="0" rtl="0" algn="l">
              <a:spcBef>
                <a:spcPts val="0"/>
              </a:spcBef>
              <a:spcAft>
                <a:spcPts val="0"/>
              </a:spcAft>
              <a:buNone/>
            </a:pPr>
            <a:br>
              <a:rPr lang="de-DE"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2"/>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Требования к UI</a:t>
            </a:r>
            <a:br>
              <a:rPr b="0" lang="de-DE"/>
            </a:br>
            <a:br>
              <a:rPr lang="de-DE"/>
            </a:br>
            <a:endParaRPr/>
          </a:p>
        </p:txBody>
      </p:sp>
      <p:sp>
        <p:nvSpPr>
          <p:cNvPr id="356" name="Google Shape;356;p32"/>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57" name="Google Shape;357;p32"/>
          <p:cNvSpPr/>
          <p:nvPr/>
        </p:nvSpPr>
        <p:spPr>
          <a:xfrm>
            <a:off x="570309" y="1405829"/>
            <a:ext cx="813574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rgbClr val="000000"/>
                </a:solidFill>
                <a:latin typeface="Roboto"/>
                <a:ea typeface="Roboto"/>
                <a:cs typeface="Roboto"/>
                <a:sym typeface="Roboto"/>
              </a:rPr>
              <a:t>UI должен содержать 2 страницы:</a:t>
            </a:r>
            <a:endParaRPr sz="1800">
              <a:solidFill>
                <a:schemeClr val="dk1"/>
              </a:solidFill>
              <a:latin typeface="Arial"/>
              <a:ea typeface="Arial"/>
              <a:cs typeface="Arial"/>
              <a:sym typeface="Arial"/>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Страница пользователей, на которой можно создать пользователя и посмотреть существующих </a:t>
            </a:r>
            <a:endParaRPr/>
          </a:p>
          <a:p>
            <a:pPr indent="-285750" lvl="0" marL="285750" marR="0" rtl="0" algn="l">
              <a:spcBef>
                <a:spcPts val="0"/>
              </a:spcBef>
              <a:spcAft>
                <a:spcPts val="0"/>
              </a:spcAft>
              <a:buClr>
                <a:srgbClr val="000000"/>
              </a:buClr>
              <a:buSzPts val="1800"/>
              <a:buFont typeface="Arial"/>
              <a:buChar char="•"/>
            </a:pPr>
            <a:r>
              <a:rPr lang="de-DE" sz="1800">
                <a:solidFill>
                  <a:srgbClr val="000000"/>
                </a:solidFill>
                <a:latin typeface="Roboto"/>
                <a:ea typeface="Roboto"/>
                <a:cs typeface="Roboto"/>
                <a:sym typeface="Roboto"/>
              </a:rPr>
              <a:t>Страница задач, на которой можно создать задачу, посмотреть задачи, изменить задачу, удалить задачу. Пользователи в поле ассайни должны выгружаться списком только существующих в базе</a:t>
            </a:r>
            <a:endParaRPr sz="1800">
              <a:solidFill>
                <a:srgbClr val="000000"/>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3"/>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Архитектура приложения </a:t>
            </a:r>
            <a:endParaRPr/>
          </a:p>
        </p:txBody>
      </p:sp>
      <p:sp>
        <p:nvSpPr>
          <p:cNvPr id="363" name="Google Shape;363;p33"/>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pic>
        <p:nvPicPr>
          <p:cNvPr descr="https://lh6.googleusercontent.com/gJYTLkSRBDpwWKvK_ny5ZmA3I33-Oc_vF5uxkiiny25NuGlTiVs3ODtDdEhOqSCbuEju_XMlTxtBNpf7oDh1eEELjdsMgp44nrUTPxLix8OoOJHXWePyHUTrxoBv7owOYN7yp8P9KHA" id="364" name="Google Shape;364;p33"/>
          <p:cNvPicPr preferRelativeResize="0"/>
          <p:nvPr/>
        </p:nvPicPr>
        <p:blipFill rotWithShape="1">
          <a:blip r:embed="rId3">
            <a:alphaModFix/>
          </a:blip>
          <a:srcRect b="0" l="0" r="0" t="0"/>
          <a:stretch/>
        </p:blipFill>
        <p:spPr>
          <a:xfrm>
            <a:off x="702285" y="1124651"/>
            <a:ext cx="7448005" cy="346332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Требования к API</a:t>
            </a:r>
            <a:br>
              <a:rPr b="0" lang="de-DE"/>
            </a:br>
            <a:br>
              <a:rPr lang="de-DE"/>
            </a:br>
            <a:endParaRPr/>
          </a:p>
        </p:txBody>
      </p:sp>
      <p:sp>
        <p:nvSpPr>
          <p:cNvPr id="370" name="Google Shape;370;p34"/>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71" name="Google Shape;371;p34"/>
          <p:cNvSpPr/>
          <p:nvPr/>
        </p:nvSpPr>
        <p:spPr>
          <a:xfrm>
            <a:off x="636309" y="817205"/>
            <a:ext cx="5524107"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400">
                <a:solidFill>
                  <a:srgbClr val="000000"/>
                </a:solidFill>
                <a:latin typeface="Roboto"/>
                <a:ea typeface="Roboto"/>
                <a:cs typeface="Roboto"/>
                <a:sym typeface="Roboto"/>
              </a:rPr>
              <a:t>API </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r>
              <a:rPr lang="de-DE" sz="1400">
                <a:solidFill>
                  <a:srgbClr val="000000"/>
                </a:solidFill>
                <a:latin typeface="Roboto"/>
                <a:ea typeface="Roboto"/>
                <a:cs typeface="Roboto"/>
                <a:sym typeface="Roboto"/>
              </a:rPr>
              <a:t>GET {host}/users</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rgbClr val="000000"/>
                </a:solidFill>
                <a:latin typeface="Roboto"/>
                <a:ea typeface="Roboto"/>
                <a:cs typeface="Roboto"/>
                <a:sym typeface="Roboto"/>
              </a:rPr>
              <a:t>POST {host}/users</a:t>
            </a:r>
            <a:endParaRPr sz="1400">
              <a:solidFill>
                <a:schemeClr val="dk1"/>
              </a:solidFill>
              <a:latin typeface="Arial"/>
              <a:ea typeface="Arial"/>
              <a:cs typeface="Arial"/>
              <a:sym typeface="Arial"/>
            </a:endParaRPr>
          </a:p>
          <a:p>
            <a:pPr indent="304800" lvl="0" marL="152400" marR="152400" rtl="0" algn="l">
              <a:spcBef>
                <a:spcPts val="0"/>
              </a:spcBef>
              <a:spcAft>
                <a:spcPts val="0"/>
              </a:spcAft>
              <a:buNone/>
            </a:pPr>
            <a:r>
              <a:rPr lang="de-DE" sz="1400">
                <a:solidFill>
                  <a:srgbClr val="24292E"/>
                </a:solidFill>
                <a:latin typeface="Courier New"/>
                <a:ea typeface="Courier New"/>
                <a:cs typeface="Courier New"/>
                <a:sym typeface="Courier New"/>
              </a:rPr>
              <a:t>{</a:t>
            </a:r>
            <a:r>
              <a:rPr lang="de-DE" sz="1400">
                <a:solidFill>
                  <a:srgbClr val="032F62"/>
                </a:solidFill>
                <a:latin typeface="Courier New"/>
                <a:ea typeface="Courier New"/>
                <a:cs typeface="Courier New"/>
                <a:sym typeface="Courier New"/>
              </a:rPr>
              <a:t>"user_name"</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"test user"</a:t>
            </a: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r>
              <a:rPr lang="de-DE" sz="1400">
                <a:solidFill>
                  <a:srgbClr val="000000"/>
                </a:solidFill>
                <a:latin typeface="Roboto"/>
                <a:ea typeface="Roboto"/>
                <a:cs typeface="Roboto"/>
                <a:sym typeface="Roboto"/>
              </a:rPr>
              <a:t>GET {host}/tasks</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rgbClr val="000000"/>
                </a:solidFill>
                <a:latin typeface="Roboto"/>
                <a:ea typeface="Roboto"/>
                <a:cs typeface="Roboto"/>
                <a:sym typeface="Roboto"/>
              </a:rPr>
              <a:t>parameters id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rgbClr val="000000"/>
                </a:solidFill>
                <a:latin typeface="Roboto"/>
                <a:ea typeface="Roboto"/>
                <a:cs typeface="Roboto"/>
                <a:sym typeface="Roboto"/>
              </a:rPr>
              <a:t>POST {host}/tasks</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"task_name"</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"Task 9"</a:t>
            </a: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"description"</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"This is Task 5"</a:t>
            </a: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"assignee"</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"test user"</a:t>
            </a: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"start_date"</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"2019-03-1333"</a:t>
            </a: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457200" marR="0" rtl="0" algn="l">
              <a:spcBef>
                <a:spcPts val="0"/>
              </a:spcBef>
              <a:spcAft>
                <a:spcPts val="0"/>
              </a:spcAft>
              <a:buNone/>
            </a:pP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"end_date"</a:t>
            </a:r>
            <a:r>
              <a:rPr lang="de-DE" sz="1400">
                <a:solidFill>
                  <a:srgbClr val="24292E"/>
                </a:solidFill>
                <a:latin typeface="Courier New"/>
                <a:ea typeface="Courier New"/>
                <a:cs typeface="Courier New"/>
                <a:sym typeface="Courier New"/>
              </a:rPr>
              <a:t>: </a:t>
            </a:r>
            <a:r>
              <a:rPr lang="de-DE" sz="1400">
                <a:solidFill>
                  <a:srgbClr val="032F62"/>
                </a:solidFill>
                <a:latin typeface="Courier New"/>
                <a:ea typeface="Courier New"/>
                <a:cs typeface="Courier New"/>
                <a:sym typeface="Courier New"/>
              </a:rPr>
              <a:t>"2019-03-11 "</a:t>
            </a:r>
            <a:endParaRPr sz="1400">
              <a:solidFill>
                <a:schemeClr val="dk1"/>
              </a:solidFill>
              <a:latin typeface="Arial"/>
              <a:ea typeface="Arial"/>
              <a:cs typeface="Arial"/>
              <a:sym typeface="Arial"/>
            </a:endParaRPr>
          </a:p>
          <a:p>
            <a:pPr indent="457200" lvl="0" marL="0" marR="152400" rtl="0" algn="l">
              <a:spcBef>
                <a:spcPts val="0"/>
              </a:spcBef>
              <a:spcAft>
                <a:spcPts val="0"/>
              </a:spcAft>
              <a:buNone/>
            </a:pPr>
            <a:r>
              <a:rPr lang="de-DE" sz="1400">
                <a:solidFill>
                  <a:srgbClr val="24292E"/>
                </a:solidFill>
                <a:latin typeface="Courier New"/>
                <a:ea typeface="Courier New"/>
                <a:cs typeface="Courier New"/>
                <a:sym typeface="Courier New"/>
              </a:rPr>
              <a:t>}</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rgbClr val="000000"/>
                </a:solidFill>
                <a:latin typeface="Roboto"/>
                <a:ea typeface="Roboto"/>
                <a:cs typeface="Roboto"/>
                <a:sym typeface="Roboto"/>
              </a:rPr>
              <a:t>PUT {host}/tasks/id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rgbClr val="000000"/>
                </a:solidFill>
                <a:latin typeface="Roboto"/>
                <a:ea typeface="Roboto"/>
                <a:cs typeface="Roboto"/>
                <a:sym typeface="Roboto"/>
              </a:rPr>
              <a:t>DELETE {host}/tasks/id</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5"/>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b="0" lang="de-DE"/>
              <a:t>Тестирование проекта. Репозиторий</a:t>
            </a:r>
            <a:br>
              <a:rPr b="0" lang="de-DE"/>
            </a:br>
            <a:br>
              <a:rPr lang="de-DE"/>
            </a:br>
            <a:endParaRPr/>
          </a:p>
        </p:txBody>
      </p:sp>
      <p:sp>
        <p:nvSpPr>
          <p:cNvPr id="377" name="Google Shape;377;p35"/>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78" name="Google Shape;378;p35"/>
          <p:cNvSpPr/>
          <p:nvPr/>
        </p:nvSpPr>
        <p:spPr>
          <a:xfrm>
            <a:off x="636309" y="817204"/>
            <a:ext cx="8130619"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800">
                <a:solidFill>
                  <a:schemeClr val="dk1"/>
                </a:solidFill>
                <a:latin typeface="Arial"/>
                <a:ea typeface="Arial"/>
                <a:cs typeface="Arial"/>
                <a:sym typeface="Arial"/>
              </a:rPr>
              <a:t>Project sources: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de-DE" sz="1800">
                <a:solidFill>
                  <a:schemeClr val="dk1"/>
                </a:solidFill>
                <a:latin typeface="Arial"/>
                <a:ea typeface="Arial"/>
                <a:cs typeface="Arial"/>
                <a:sym typeface="Arial"/>
              </a:rPr>
              <a:t>Back-end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800" u="sng">
                <a:solidFill>
                  <a:schemeClr val="dk1"/>
                </a:solidFill>
                <a:latin typeface="Arial"/>
                <a:ea typeface="Arial"/>
                <a:cs typeface="Arial"/>
                <a:sym typeface="Arial"/>
                <a:hlinkClick r:id="rId3">
                  <a:extLst>
                    <a:ext uri="{A12FA001-AC4F-418D-AE19-62706E023703}">
                      <ahyp:hlinkClr val="tx"/>
                    </a:ext>
                  </a:extLst>
                </a:hlinkClick>
              </a:rPr>
              <a:t>https://github.com/pabloli84/todo-test.git</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r>
              <a:rPr lang="de-DE" sz="1800">
                <a:solidFill>
                  <a:schemeClr val="dk1"/>
                </a:solidFill>
                <a:latin typeface="Arial"/>
                <a:ea typeface="Arial"/>
                <a:cs typeface="Arial"/>
                <a:sym typeface="Arial"/>
              </a:rPr>
              <a:t>Front-end</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800" u="sng">
                <a:solidFill>
                  <a:schemeClr val="dk1"/>
                </a:solidFill>
                <a:latin typeface="Arial"/>
                <a:ea typeface="Arial"/>
                <a:cs typeface="Arial"/>
                <a:sym typeface="Arial"/>
                <a:hlinkClick r:id="rId4">
                  <a:extLst>
                    <a:ext uri="{A12FA001-AC4F-418D-AE19-62706E023703}">
                      <ahyp:hlinkClr val="tx"/>
                    </a:ext>
                  </a:extLst>
                </a:hlinkClick>
              </a:rPr>
              <a:t>https://github.com/alexeybelousov/nexy-tasks-manager</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txBox="1"/>
          <p:nvPr/>
        </p:nvSpPr>
        <p:spPr>
          <a:xfrm>
            <a:off x="2913433" y="1930942"/>
            <a:ext cx="4143983" cy="800267"/>
          </a:xfrm>
          <a:prstGeom prst="rect">
            <a:avLst/>
          </a:prstGeom>
          <a:noFill/>
          <a:ln>
            <a:noFill/>
          </a:ln>
        </p:spPr>
        <p:txBody>
          <a:bodyPr anchorCtr="0" anchor="b" bIns="45700" lIns="91425" spcFirstLastPara="1" rIns="91425" wrap="square" tIns="45700">
            <a:noAutofit/>
          </a:bodyPr>
          <a:lstStyle/>
          <a:p>
            <a:pPr indent="0" lvl="0" marL="0" marR="0" rtl="0" algn="l">
              <a:lnSpc>
                <a:spcPct val="123000"/>
              </a:lnSpc>
              <a:spcBef>
                <a:spcPts val="0"/>
              </a:spcBef>
              <a:spcAft>
                <a:spcPts val="0"/>
              </a:spcAft>
              <a:buClr>
                <a:srgbClr val="00AD20"/>
              </a:buClr>
              <a:buSzPts val="4000"/>
              <a:buFont typeface="Arial"/>
              <a:buNone/>
            </a:pPr>
            <a:r>
              <a:rPr b="1" i="0" lang="de-DE" sz="4000">
                <a:solidFill>
                  <a:srgbClr val="19383A"/>
                </a:solidFill>
                <a:latin typeface="Arial"/>
                <a:ea typeface="Arial"/>
                <a:cs typeface="Arial"/>
                <a:sym typeface="Arial"/>
              </a:rPr>
              <a:t>Вопросы?</a:t>
            </a:r>
            <a:endParaRPr b="1" i="0" sz="4000">
              <a:solidFill>
                <a:srgbClr val="19383A"/>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7"/>
          <p:cNvSpPr txBox="1"/>
          <p:nvPr>
            <p:ph type="title"/>
          </p:nvPr>
        </p:nvSpPr>
        <p:spPr>
          <a:xfrm>
            <a:off x="282575" y="268285"/>
            <a:ext cx="8569323" cy="648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2400"/>
              <a:buFont typeface="Arial"/>
              <a:buNone/>
            </a:pPr>
            <a:r>
              <a:rPr lang="de-DE"/>
              <a:t>Ресурсы</a:t>
            </a:r>
            <a:endParaRPr/>
          </a:p>
        </p:txBody>
      </p:sp>
      <p:sp>
        <p:nvSpPr>
          <p:cNvPr id="389" name="Google Shape;389;p37"/>
          <p:cNvSpPr txBox="1"/>
          <p:nvPr>
            <p:ph idx="12" type="sldNum"/>
          </p:nvPr>
        </p:nvSpPr>
        <p:spPr>
          <a:xfrm>
            <a:off x="287736" y="4587974"/>
            <a:ext cx="282574" cy="321894"/>
          </a:xfrm>
          <a:prstGeom prst="rect">
            <a:avLst/>
          </a:prstGeom>
          <a:noFill/>
          <a:ln>
            <a:noFill/>
          </a:ln>
        </p:spPr>
        <p:txBody>
          <a:bodyPr anchorCtr="0" anchor="b" bIns="0" lIns="0" spcFirstLastPara="1" rIns="0" wrap="square" tIns="0">
            <a:normAutofit/>
          </a:bodyPr>
          <a:lstStyle/>
          <a:p>
            <a:pPr indent="0" lvl="0" marL="0" rtl="0" algn="l">
              <a:spcBef>
                <a:spcPts val="0"/>
              </a:spcBef>
              <a:spcAft>
                <a:spcPts val="0"/>
              </a:spcAft>
              <a:buClr>
                <a:srgbClr val="000000"/>
              </a:buClr>
              <a:buFont typeface="Arial"/>
              <a:buNone/>
            </a:pPr>
            <a:fld id="{00000000-1234-1234-1234-123412341234}" type="slidenum">
              <a:rPr lang="de-DE"/>
              <a:t>‹#›</a:t>
            </a:fld>
            <a:endParaRPr/>
          </a:p>
        </p:txBody>
      </p:sp>
      <p:sp>
        <p:nvSpPr>
          <p:cNvPr id="390" name="Google Shape;390;p37"/>
          <p:cNvSpPr/>
          <p:nvPr/>
        </p:nvSpPr>
        <p:spPr>
          <a:xfrm>
            <a:off x="641091" y="916285"/>
            <a:ext cx="7595974"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400">
                <a:solidFill>
                  <a:schemeClr val="dk1"/>
                </a:solidFill>
                <a:latin typeface="Arial"/>
                <a:ea typeface="Arial"/>
                <a:cs typeface="Arial"/>
                <a:sym typeface="Arial"/>
              </a:rPr>
              <a:t>1. Про верстку,</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3">
                  <a:extLst>
                    <a:ext uri="{A12FA001-AC4F-418D-AE19-62706E023703}">
                      <ahyp:hlinkClr val="tx"/>
                    </a:ext>
                  </a:extLst>
                </a:hlinkClick>
              </a:rPr>
              <a:t>https://quality-lab.ru/layout-testing/</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2. Про безопасность,</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4">
                  <a:extLst>
                    <a:ext uri="{A12FA001-AC4F-418D-AE19-62706E023703}">
                      <ahyp:hlinkClr val="tx"/>
                    </a:ext>
                  </a:extLst>
                </a:hlinkClick>
              </a:rPr>
              <a:t>http://www.protesting.ru/testing/types/security.html</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3. Документ по тестированию безопасности,</a:t>
            </a:r>
            <a:endParaRPr/>
          </a:p>
          <a:p>
            <a:pPr indent="0" lvl="0" marL="0" marR="0" rtl="0" algn="l">
              <a:spcBef>
                <a:spcPts val="0"/>
              </a:spcBef>
              <a:spcAft>
                <a:spcPts val="0"/>
              </a:spcAft>
              <a:buNone/>
            </a:pPr>
            <a:r>
              <a:rPr lang="de-DE" sz="1400" u="sng">
                <a:solidFill>
                  <a:schemeClr val="dk1"/>
                </a:solidFill>
                <a:latin typeface="Arial"/>
                <a:ea typeface="Arial"/>
                <a:cs typeface="Arial"/>
                <a:sym typeface="Arial"/>
                <a:hlinkClick r:id="rId5">
                  <a:extLst>
                    <a:ext uri="{A12FA001-AC4F-418D-AE19-62706E023703}">
                      <ahyp:hlinkClr val="tx"/>
                    </a:ext>
                  </a:extLst>
                </a:hlinkClick>
              </a:rPr>
              <a:t>https://www.owasp.org/index.php/OWASP_Testing_Project</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4. Инструменты тестировщика,</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6">
                  <a:extLst>
                    <a:ext uri="{A12FA001-AC4F-418D-AE19-62706E023703}">
                      <ahyp:hlinkClr val="tx"/>
                    </a:ext>
                  </a:extLst>
                </a:hlinkClick>
              </a:rPr>
              <a:t>https://www.youtube.com/watch?v=-q_9oPRAxFo</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5. POM – автоматизация UI,  </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7">
                  <a:extLst>
                    <a:ext uri="{A12FA001-AC4F-418D-AE19-62706E023703}">
                      <ahyp:hlinkClr val="tx"/>
                    </a:ext>
                  </a:extLst>
                </a:hlinkClick>
              </a:rPr>
              <a:t>https://medium.com/tech-tajawal/page-object-model-pom-design-pattern-f9588630800b</a:t>
            </a:r>
            <a:r>
              <a:rPr lang="de-DE" sz="1400" u="sng">
                <a:solidFill>
                  <a:schemeClr val="dk1"/>
                </a:solidFill>
                <a:latin typeface="Arial"/>
                <a:ea typeface="Arial"/>
                <a:cs typeface="Arial"/>
                <a:sym typeface="Arial"/>
              </a:rPr>
              <a:t>,</a:t>
            </a:r>
            <a:endParaRPr/>
          </a:p>
          <a:p>
            <a:pPr indent="0" lvl="0" marL="0" marR="0" rtl="0" algn="l">
              <a:spcBef>
                <a:spcPts val="0"/>
              </a:spcBef>
              <a:spcAft>
                <a:spcPts val="0"/>
              </a:spcAft>
              <a:buNone/>
            </a:pPr>
            <a:r>
              <a:rPr lang="de-DE" sz="1400">
                <a:solidFill>
                  <a:schemeClr val="dk1"/>
                </a:solidFill>
                <a:latin typeface="Arial"/>
                <a:ea typeface="Arial"/>
                <a:cs typeface="Arial"/>
                <a:sym typeface="Arial"/>
              </a:rPr>
              <a:t>6. Архитектура веб приложения</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8">
                  <a:extLst>
                    <a:ext uri="{A12FA001-AC4F-418D-AE19-62706E023703}">
                      <ahyp:hlinkClr val="tx"/>
                    </a:ext>
                  </a:extLst>
                </a:hlinkClick>
              </a:rPr>
              <a:t>https://tproger.ru/translations/web-architecture-101/</a:t>
            </a:r>
            <a:endParaRPr sz="1400" u="sng">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7. Компьютерные сети, Э. Таненбаум, Д. Уэзеролл </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9">
                  <a:extLst>
                    <a:ext uri="{A12FA001-AC4F-418D-AE19-62706E023703}">
                      <ahyp:hlinkClr val="tx"/>
                    </a:ext>
                  </a:extLst>
                </a:hlinkClick>
              </a:rPr>
              <a:t>http://www.ipa.nw.ru/PAGE/aspirantura/literatura/tanenbaum.pdf</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de-DE" sz="1400">
                <a:solidFill>
                  <a:schemeClr val="dk1"/>
                </a:solidFill>
                <a:latin typeface="Arial"/>
                <a:ea typeface="Arial"/>
                <a:cs typeface="Arial"/>
                <a:sym typeface="Arial"/>
              </a:rPr>
              <a:t>8. HTTP RFC</a:t>
            </a:r>
            <a:br>
              <a:rPr lang="de-DE" sz="1400">
                <a:solidFill>
                  <a:schemeClr val="dk1"/>
                </a:solidFill>
                <a:latin typeface="Arial"/>
                <a:ea typeface="Arial"/>
                <a:cs typeface="Arial"/>
                <a:sym typeface="Arial"/>
              </a:rPr>
            </a:br>
            <a:r>
              <a:rPr lang="de-DE" sz="1400" u="sng">
                <a:solidFill>
                  <a:schemeClr val="dk1"/>
                </a:solidFill>
                <a:latin typeface="Arial"/>
                <a:ea typeface="Arial"/>
                <a:cs typeface="Arial"/>
                <a:sym typeface="Arial"/>
                <a:hlinkClick r:id="rId10">
                  <a:extLst>
                    <a:ext uri="{A12FA001-AC4F-418D-AE19-62706E023703}">
                      <ahyp:hlinkClr val="tx"/>
                    </a:ext>
                  </a:extLst>
                </a:hlinkClick>
              </a:rPr>
              <a:t>https://tools.ietf.org/html/rfc7231</a:t>
            </a:r>
            <a:endParaRPr sz="1400">
              <a:solidFill>
                <a:schemeClr val="dk1"/>
              </a:solidFill>
              <a:latin typeface="Arial"/>
              <a:ea typeface="Arial"/>
              <a:cs typeface="Arial"/>
              <a:sym typeface="Arial"/>
            </a:endParaRPr>
          </a:p>
          <a:p>
            <a:pPr indent="0" lvl="0" marL="0" marR="0" rtl="0" algn="l">
              <a:spcBef>
                <a:spcPts val="0"/>
              </a:spcBef>
              <a:spcAft>
                <a:spcPts val="0"/>
              </a:spcAft>
              <a:buNone/>
            </a:pPr>
            <a:br>
              <a:rPr lang="de-DE" sz="1400">
                <a:solidFill>
                  <a:schemeClr val="dk1"/>
                </a:solidFill>
                <a:latin typeface="Arial"/>
                <a:ea typeface="Arial"/>
                <a:cs typeface="Arial"/>
                <a:sym typeface="Arial"/>
              </a:rPr>
            </a:br>
            <a:endParaRPr sz="14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8"/>
          <p:cNvSpPr txBox="1"/>
          <p:nvPr>
            <p:ph type="ctrTitle"/>
          </p:nvPr>
        </p:nvSpPr>
        <p:spPr>
          <a:xfrm>
            <a:off x="755576" y="987574"/>
            <a:ext cx="5997576" cy="863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9383A"/>
              </a:buClr>
              <a:buSzPts val="4000"/>
              <a:buFont typeface="Arial"/>
              <a:buNone/>
            </a:pPr>
            <a:r>
              <a:rPr lang="de-DE"/>
              <a:t>Спасибо!</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2019-04-08T16:30:09Z</dcterms:created>
</cp:coreProperties>
</file>