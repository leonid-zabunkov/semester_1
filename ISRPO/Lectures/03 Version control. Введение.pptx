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e3ba525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e3ba525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e3ba525f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e3ba525f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e3ba525f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e3ba525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e3ba525f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e3ba525f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e3ba525f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e3ba525f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fe3ba525f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fe3ba525f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e3ba525f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e3ba525f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e3ba525f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e3ba525f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nitialcommit.com/cluster/git-commands-git-cheat-sheets" TargetMode="External"/><Relationship Id="rId4" Type="http://schemas.openxmlformats.org/officeDocument/2006/relationships/hyperlink" Target="https://git-scm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Version control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Хронология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2"/>
            <a:ext cx="9143999" cy="3875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Первое поколение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Системы контроля версий (VCS) первого поколения отслеживали изменения в отдельных файлах, а редактирование поддерживалось только локально и одним пользователем за раз.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SCCS (Source Code Control System) - считается одной из первых успешных систем управления версиями. Она была разработана в 1972 году Марком Рочкиндом из Bell Labs. Система написана на C и создана для отслеживания версий исходного файла.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RCS (Revision Control System) - написана в 1982 году Уолтером Тихи на языке С в качестве альтернативы системе SCCS, которая в то время не была опенсорсной.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Второе поколение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В VCS второго поколения появилась поддержка сети, что привело к централизованным хранилищам с «официальными» версиями проектов.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CVS (Concurrent Versions System) - создана Диком Груном в 1986 году с целью добавить в систему управления версиями поддержку сети. Впервые CVS позволил нескольким разработчикам одновременно работать с одними и теми же файлами. Это реализовано с помощью модели централизованного репозитория. 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SVN (Subversion) - создана в 2000 году компанией Collabnet Inc., а в настоящее время поддерживается Apache Software Foundation. Система написана на C и разработана как более надёжное централизованное решение, чем CVS. Как и CVS, Subversion использует модель централизованного репозитория. Удалённым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Третье поколение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Систему Git разработал в 2005 году Линус Торвальдс (создатель Linux). Она написана в основном на C в сочетании с некоторыми сценариями командной строки. Отличается от VCS по функциям, гибкости и скорости. Торвальдс изначально написал систему для кодовой базы Linux, но со временем её сфера использования расширилась, и сегодня это самая популярная в мире система управлениями версиями.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внутри?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highlight>
                  <a:srgbClr val="FFFFFF"/>
                </a:highlight>
              </a:rPr>
              <a:t>Когда файл добавляется для отслеживания в Git, он сжимается с помощью алгоритма сжатия 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zlib</a:t>
            </a:r>
            <a:r>
              <a:rPr lang="ru" sz="1400">
                <a:solidFill>
                  <a:srgbClr val="333333"/>
                </a:solidFill>
                <a:highlight>
                  <a:srgbClr val="FFFFFF"/>
                </a:highlight>
              </a:rPr>
              <a:t>. Результат хэшируется с помощью хэш-функции SHA-1. </a:t>
            </a:r>
            <a:endParaRPr sz="14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rgbClr val="333333"/>
                </a:solidFill>
                <a:highlight>
                  <a:srgbClr val="FFFFFF"/>
                </a:highlight>
              </a:rPr>
              <a:t>Это даёт уникальный хэш, который соответствует конкретно содержимому в этом файле. Git хранит его в 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базе объектов</a:t>
            </a:r>
            <a:r>
              <a:rPr lang="ru" sz="1400">
                <a:solidFill>
                  <a:srgbClr val="333333"/>
                </a:solidFill>
                <a:highlight>
                  <a:srgbClr val="FFFFFF"/>
                </a:highlight>
              </a:rPr>
              <a:t>, которая находится в скрытой папке 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.git/objects</a:t>
            </a:r>
            <a:r>
              <a:rPr lang="ru" sz="1400">
                <a:solidFill>
                  <a:srgbClr val="333333"/>
                </a:solidFill>
                <a:highlight>
                  <a:srgbClr val="FFFFFF"/>
                </a:highlight>
              </a:rPr>
              <a:t>. Имя файла — это сгенерированный хэш, а файл содержит сжатый контент. Данные файлы создаются каждый раз при добавлении в репозиторий нового файла (или изменённой версии существующего файла).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команды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287655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init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инициализировать текущий каталог как репозиторий Git (создаётся скрытая папка 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.git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 и её содержимое).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clone &lt;git-url&gt;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загрузить копию репозитория Git по указанному URL.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add &lt;filename.ext&gt;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добавить неотслеженный или изменённый файл в промежуточную область (создаёт соответствующие записи в базе данных объектов).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commit -m 'Commit message'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зафиксировать набор изменённых файлов и папок вместе с сообщением о коммите.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Если коммит ещё не был отправлен на сервер (push), то можно воспользоваться простой командой, позволяющей редактировать текст сообщения к последнему коммиту: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git commit –amend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status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показать статус рабочего каталога, текущей ветви, неотслеженных файлов, изменённых файлов и т. д.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branch &lt;new-branch&gt;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создать новую ветвь на основе текущей извлечённой ветви.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checkout &lt;branch&gt;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извлечь указанную ветвь в рабочий каталог.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merge &lt;branch&gt;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объединить указанную ветвь с текущей, которая извлечена в рабочий каталог.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обновить рабочую копию, объединив в неё зафиксированные изменения, которые существуют в удалённом репозитории, но не в рабочей копии.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упаковать свободные объекты для локальных коммитов активной ветви в файлы пакета и перенести в удалённый репозиторий.</a:t>
            </a:r>
            <a:endParaRPr sz="12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8765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Char char="●"/>
            </a:pP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log</a:t>
            </a:r>
            <a:r>
              <a:rPr lang="ru" sz="1200">
                <a:solidFill>
                  <a:srgbClr val="333333"/>
                </a:solidFill>
                <a:highlight>
                  <a:srgbClr val="FFFFFF"/>
                </a:highlight>
              </a:rPr>
              <a:t>: показать историю коммитов и соответствующие сообщения для активной ветви.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Если что-то пошло не так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reflog - </a:t>
            </a: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</a:rPr>
              <a:t>вы увидите список всего, что сделали в git, во всех ветках, у каждого элемента есть индекс HEAD@{индекс} найдите тот, перед которым всё сломалось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reset HEAD@{index}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</a:rPr>
              <a:t>либо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reset –hard HEAD~1 -  </a:t>
            </a: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</a:rPr>
              <a:t>отменить последний коммит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</a:rPr>
              <a:t>отменить коммит, который был n коммитов назад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log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git revert [</a:t>
            </a: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</a:rPr>
              <a:t>хэш того самого коммита</a:t>
            </a:r>
            <a:r>
              <a:rPr lang="ru" sz="1500">
                <a:solidFill>
                  <a:srgbClr val="333333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5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Useful links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https://initialcommit.com/cluster/git-commands-git-cheat-sheets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https://git-scm.com/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